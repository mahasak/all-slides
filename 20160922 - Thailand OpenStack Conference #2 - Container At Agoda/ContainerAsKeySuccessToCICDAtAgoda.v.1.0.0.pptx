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59" r:id="rId2"/>
  </p:sldMasterIdLst>
  <p:notesMasterIdLst>
    <p:notesMasterId r:id="rId28"/>
  </p:notesMasterIdLst>
  <p:handoutMasterIdLst>
    <p:handoutMasterId r:id="rId29"/>
  </p:handoutMasterIdLst>
  <p:sldIdLst>
    <p:sldId id="257" r:id="rId3"/>
    <p:sldId id="311" r:id="rId4"/>
    <p:sldId id="312" r:id="rId5"/>
    <p:sldId id="314" r:id="rId6"/>
    <p:sldId id="316" r:id="rId7"/>
    <p:sldId id="315" r:id="rId8"/>
    <p:sldId id="331" r:id="rId9"/>
    <p:sldId id="313" r:id="rId10"/>
    <p:sldId id="332" r:id="rId11"/>
    <p:sldId id="320" r:id="rId12"/>
    <p:sldId id="317" r:id="rId13"/>
    <p:sldId id="333" r:id="rId14"/>
    <p:sldId id="319" r:id="rId15"/>
    <p:sldId id="335" r:id="rId16"/>
    <p:sldId id="321" r:id="rId17"/>
    <p:sldId id="328" r:id="rId18"/>
    <p:sldId id="322" r:id="rId19"/>
    <p:sldId id="329" r:id="rId20"/>
    <p:sldId id="323" r:id="rId21"/>
    <p:sldId id="330" r:id="rId22"/>
    <p:sldId id="334" r:id="rId23"/>
    <p:sldId id="324" r:id="rId24"/>
    <p:sldId id="308" r:id="rId25"/>
    <p:sldId id="327" r:id="rId26"/>
    <p:sldId id="326" r:id="rId27"/>
  </p:sldIdLst>
  <p:sldSz cx="12192000" cy="6858000"/>
  <p:notesSz cx="6805613" cy="9939338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323232"/>
    <a:srgbClr val="4F4F4F"/>
    <a:srgbClr val="666666"/>
    <a:srgbClr val="949494"/>
    <a:srgbClr val="8A8A8A"/>
    <a:srgbClr val="848484"/>
    <a:srgbClr val="8E8E8E"/>
    <a:srgbClr val="9436D4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5" autoAdjust="0"/>
    <p:restoredTop sz="94660"/>
  </p:normalViewPr>
  <p:slideViewPr>
    <p:cSldViewPr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954" y="102"/>
      </p:cViewPr>
      <p:guideLst>
        <p:guide orient="horz" pos="3131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ags" Target="tags/tag1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4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  <a:latin typeface="+mj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May 2016</c:v>
                </c:pt>
                <c:pt idx="1">
                  <c:v>June 2016</c:v>
                </c:pt>
                <c:pt idx="2">
                  <c:v>July 2016</c:v>
                </c:pt>
                <c:pt idx="3">
                  <c:v>August 2016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700</c:v>
                </c:pt>
                <c:pt idx="1">
                  <c:v>1000</c:v>
                </c:pt>
                <c:pt idx="2">
                  <c:v>1400</c:v>
                </c:pt>
                <c:pt idx="3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C5-40CA-88E3-135BA8E5E4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May 2016</c:v>
                </c:pt>
                <c:pt idx="1">
                  <c:v>June 2016</c:v>
                </c:pt>
                <c:pt idx="2">
                  <c:v>July 2016</c:v>
                </c:pt>
                <c:pt idx="3">
                  <c:v>August 2016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6AC5-40CA-88E3-135BA8E5E4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54775712"/>
        <c:axId val="354776272"/>
      </c:barChart>
      <c:catAx>
        <c:axId val="35477571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pPr>
            <a:endParaRPr lang="en-US"/>
          </a:p>
        </c:txPr>
        <c:crossAx val="354776272"/>
        <c:crosses val="autoZero"/>
        <c:auto val="1"/>
        <c:lblAlgn val="ctr"/>
        <c:lblOffset val="100"/>
        <c:noMultiLvlLbl val="0"/>
      </c:catAx>
      <c:valAx>
        <c:axId val="35477627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547757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2E7B84-3181-47BA-AE21-1E37F24F4512}" type="doc">
      <dgm:prSet loTypeId="urn:microsoft.com/office/officeart/2011/layout/Tab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F84DC3E-693E-4AFA-9C08-230417B5EFFC}">
      <dgm:prSet phldrT="[Text]"/>
      <dgm:spPr/>
      <dgm:t>
        <a:bodyPr/>
        <a:lstStyle/>
        <a:p>
          <a:r>
            <a:rPr lang="en-US" dirty="0" smtClean="0">
              <a:latin typeface="+mj-lt"/>
            </a:rPr>
            <a:t>Fast</a:t>
          </a:r>
          <a:endParaRPr lang="en-US" dirty="0">
            <a:latin typeface="+mj-lt"/>
          </a:endParaRPr>
        </a:p>
      </dgm:t>
    </dgm:pt>
    <dgm:pt modelId="{C990DA60-C456-41BA-9BCB-B283E2BEAE45}" type="parTrans" cxnId="{ADE776AF-F405-4C03-A921-EC7EAE8F6B5E}">
      <dgm:prSet/>
      <dgm:spPr/>
      <dgm:t>
        <a:bodyPr/>
        <a:lstStyle/>
        <a:p>
          <a:endParaRPr lang="en-US"/>
        </a:p>
      </dgm:t>
    </dgm:pt>
    <dgm:pt modelId="{0E154B85-6859-44D9-A1C8-B964346841EE}" type="sibTrans" cxnId="{ADE776AF-F405-4C03-A921-EC7EAE8F6B5E}">
      <dgm:prSet/>
      <dgm:spPr/>
      <dgm:t>
        <a:bodyPr/>
        <a:lstStyle/>
        <a:p>
          <a:endParaRPr lang="en-US"/>
        </a:p>
      </dgm:t>
    </dgm:pt>
    <dgm:pt modelId="{8A66F267-E16F-490B-8FB9-852D7AC5ACED}">
      <dgm:prSet phldrT="[Text]" custT="1"/>
      <dgm:spPr/>
      <dgm:t>
        <a:bodyPr anchor="ctr"/>
        <a:lstStyle/>
        <a:p>
          <a:r>
            <a:rPr lang="en-US" sz="3200" dirty="0" smtClean="0">
              <a:latin typeface="+mj-lt"/>
            </a:rPr>
            <a:t>12,500 tests take 3-4 hours of test time</a:t>
          </a:r>
          <a:endParaRPr lang="en-US" sz="3200" dirty="0">
            <a:latin typeface="+mj-lt"/>
          </a:endParaRPr>
        </a:p>
      </dgm:t>
    </dgm:pt>
    <dgm:pt modelId="{20716E61-6CCC-4C15-9614-837953384E35}" type="parTrans" cxnId="{D85CE78A-661F-4ADD-B258-20F73EAE3439}">
      <dgm:prSet/>
      <dgm:spPr/>
      <dgm:t>
        <a:bodyPr/>
        <a:lstStyle/>
        <a:p>
          <a:endParaRPr lang="en-US"/>
        </a:p>
      </dgm:t>
    </dgm:pt>
    <dgm:pt modelId="{225C139F-B48B-4CAE-8A75-FD00713DDF16}" type="sibTrans" cxnId="{D85CE78A-661F-4ADD-B258-20F73EAE3439}">
      <dgm:prSet/>
      <dgm:spPr/>
      <dgm:t>
        <a:bodyPr/>
        <a:lstStyle/>
        <a:p>
          <a:endParaRPr lang="en-US"/>
        </a:p>
      </dgm:t>
    </dgm:pt>
    <dgm:pt modelId="{9BEA22B9-E220-4EC2-986B-4921F4B7D3F8}">
      <dgm:prSet phldrT="[Text]"/>
      <dgm:spPr/>
      <dgm:t>
        <a:bodyPr/>
        <a:lstStyle/>
        <a:p>
          <a:r>
            <a:rPr lang="en-US" dirty="0" smtClean="0">
              <a:latin typeface="+mj-lt"/>
            </a:rPr>
            <a:t>Scalable</a:t>
          </a:r>
          <a:endParaRPr lang="en-US" dirty="0">
            <a:latin typeface="+mj-lt"/>
          </a:endParaRPr>
        </a:p>
      </dgm:t>
    </dgm:pt>
    <dgm:pt modelId="{FEE4CD0F-20FA-4731-A08F-1DB3D8691D3E}" type="parTrans" cxnId="{36973BEB-DE49-4009-A6E9-C199E6A6A825}">
      <dgm:prSet/>
      <dgm:spPr/>
      <dgm:t>
        <a:bodyPr/>
        <a:lstStyle/>
        <a:p>
          <a:endParaRPr lang="en-US"/>
        </a:p>
      </dgm:t>
    </dgm:pt>
    <dgm:pt modelId="{2C8F5210-E01C-4A41-85EC-542BD1E4C4ED}" type="sibTrans" cxnId="{36973BEB-DE49-4009-A6E9-C199E6A6A825}">
      <dgm:prSet/>
      <dgm:spPr/>
      <dgm:t>
        <a:bodyPr/>
        <a:lstStyle/>
        <a:p>
          <a:endParaRPr lang="en-US"/>
        </a:p>
      </dgm:t>
    </dgm:pt>
    <dgm:pt modelId="{9198BDC4-5B78-4BF4-B9E9-BFA3A840CBD1}">
      <dgm:prSet phldrT="[Text]" custT="1"/>
      <dgm:spPr/>
      <dgm:t>
        <a:bodyPr anchor="ctr"/>
        <a:lstStyle/>
        <a:p>
          <a:r>
            <a:rPr lang="en-US" sz="3200" dirty="0" smtClean="0">
              <a:latin typeface="+mj-lt"/>
            </a:rPr>
            <a:t>Code-To-Production repeatable and constant</a:t>
          </a:r>
          <a:endParaRPr lang="en-US" sz="3200" dirty="0">
            <a:latin typeface="+mj-lt"/>
          </a:endParaRPr>
        </a:p>
      </dgm:t>
    </dgm:pt>
    <dgm:pt modelId="{4EA66008-ABC1-4A84-BD56-A34EC88F83EA}" type="sibTrans" cxnId="{99621267-41A3-4BD2-A585-F55CBC55457C}">
      <dgm:prSet/>
      <dgm:spPr/>
      <dgm:t>
        <a:bodyPr/>
        <a:lstStyle/>
        <a:p>
          <a:endParaRPr lang="en-US"/>
        </a:p>
      </dgm:t>
    </dgm:pt>
    <dgm:pt modelId="{9E1A04B3-966C-4071-87C7-903A17438B4D}" type="parTrans" cxnId="{99621267-41A3-4BD2-A585-F55CBC55457C}">
      <dgm:prSet/>
      <dgm:spPr/>
      <dgm:t>
        <a:bodyPr/>
        <a:lstStyle/>
        <a:p>
          <a:endParaRPr lang="en-US"/>
        </a:p>
      </dgm:t>
    </dgm:pt>
    <dgm:pt modelId="{7F5D8102-1430-4F6D-932B-57D6F8758790}">
      <dgm:prSet phldrT="[Text]"/>
      <dgm:spPr/>
      <dgm:t>
        <a:bodyPr/>
        <a:lstStyle/>
        <a:p>
          <a:r>
            <a:rPr lang="en-US" dirty="0" smtClean="0">
              <a:latin typeface="+mj-lt"/>
            </a:rPr>
            <a:t>Reproducible</a:t>
          </a:r>
          <a:endParaRPr lang="en-US" dirty="0">
            <a:latin typeface="+mj-lt"/>
          </a:endParaRPr>
        </a:p>
      </dgm:t>
    </dgm:pt>
    <dgm:pt modelId="{1845DE81-EDAA-40B8-98F9-29AC1209F1EC}" type="sibTrans" cxnId="{ED5868C0-2A56-4A0D-BDF3-D024E97052B0}">
      <dgm:prSet/>
      <dgm:spPr/>
      <dgm:t>
        <a:bodyPr/>
        <a:lstStyle/>
        <a:p>
          <a:endParaRPr lang="en-US"/>
        </a:p>
      </dgm:t>
    </dgm:pt>
    <dgm:pt modelId="{6A731EED-41FE-4F10-A52E-6671908E6E72}" type="parTrans" cxnId="{ED5868C0-2A56-4A0D-BDF3-D024E97052B0}">
      <dgm:prSet/>
      <dgm:spPr/>
      <dgm:t>
        <a:bodyPr/>
        <a:lstStyle/>
        <a:p>
          <a:endParaRPr lang="en-US"/>
        </a:p>
      </dgm:t>
    </dgm:pt>
    <dgm:pt modelId="{D8113D99-FB62-4FCA-BE1A-A23EC650BB96}">
      <dgm:prSet phldrT="[Text]" custT="1"/>
      <dgm:spPr/>
      <dgm:t>
        <a:bodyPr anchor="ctr"/>
        <a:lstStyle/>
        <a:p>
          <a:r>
            <a:rPr lang="en-US" sz="3200" dirty="0" smtClean="0">
              <a:latin typeface="+mj-lt"/>
            </a:rPr>
            <a:t>Rich environment and features preparation</a:t>
          </a:r>
          <a:endParaRPr lang="en-US" sz="3200" dirty="0">
            <a:latin typeface="+mj-lt"/>
          </a:endParaRPr>
        </a:p>
      </dgm:t>
    </dgm:pt>
    <dgm:pt modelId="{E16899F1-BAA0-45AB-A655-94F25FF56EF7}" type="parTrans" cxnId="{3589919C-0CB5-4221-B722-B31356F5CEC7}">
      <dgm:prSet/>
      <dgm:spPr/>
      <dgm:t>
        <a:bodyPr/>
        <a:lstStyle/>
        <a:p>
          <a:endParaRPr lang="en-US"/>
        </a:p>
      </dgm:t>
    </dgm:pt>
    <dgm:pt modelId="{2F41381A-126A-42AE-A242-1DADBDC2FBDC}" type="sibTrans" cxnId="{3589919C-0CB5-4221-B722-B31356F5CEC7}">
      <dgm:prSet/>
      <dgm:spPr/>
      <dgm:t>
        <a:bodyPr/>
        <a:lstStyle/>
        <a:p>
          <a:endParaRPr lang="en-US"/>
        </a:p>
      </dgm:t>
    </dgm:pt>
    <dgm:pt modelId="{B5725172-88BA-46AA-936F-FAE4A2236C49}">
      <dgm:prSet phldrT="[Text]" custT="1"/>
      <dgm:spPr/>
      <dgm:t>
        <a:bodyPr anchor="ctr"/>
        <a:lstStyle/>
        <a:p>
          <a:r>
            <a:rPr lang="en-US" sz="3200" dirty="0" smtClean="0">
              <a:latin typeface="+mj-lt"/>
            </a:rPr>
            <a:t>Secure</a:t>
          </a:r>
          <a:endParaRPr lang="en-US" sz="3200" dirty="0">
            <a:latin typeface="+mj-lt"/>
          </a:endParaRPr>
        </a:p>
      </dgm:t>
    </dgm:pt>
    <dgm:pt modelId="{053DD523-CA08-4D97-9954-B0D4309E82F2}" type="parTrans" cxnId="{86486E93-6FB1-4FEB-AFC1-88160E440F0A}">
      <dgm:prSet/>
      <dgm:spPr/>
      <dgm:t>
        <a:bodyPr/>
        <a:lstStyle/>
        <a:p>
          <a:endParaRPr lang="en-US"/>
        </a:p>
      </dgm:t>
    </dgm:pt>
    <dgm:pt modelId="{9903D46A-2A35-42CB-B371-443322E880BB}" type="sibTrans" cxnId="{86486E93-6FB1-4FEB-AFC1-88160E440F0A}">
      <dgm:prSet/>
      <dgm:spPr/>
      <dgm:t>
        <a:bodyPr/>
        <a:lstStyle/>
        <a:p>
          <a:endParaRPr lang="en-US"/>
        </a:p>
      </dgm:t>
    </dgm:pt>
    <dgm:pt modelId="{D04E4AC9-820C-48B0-A4F5-009182869558}">
      <dgm:prSet phldrT="[Text]" custT="1"/>
      <dgm:spPr/>
      <dgm:t>
        <a:bodyPr anchor="ctr"/>
        <a:lstStyle/>
        <a:p>
          <a:r>
            <a:rPr lang="en-US" sz="3200" dirty="0" smtClean="0">
              <a:latin typeface="+mj-lt"/>
            </a:rPr>
            <a:t>Compliance, PCI etc.</a:t>
          </a:r>
          <a:endParaRPr lang="en-US" sz="3200" dirty="0">
            <a:latin typeface="+mj-lt"/>
          </a:endParaRPr>
        </a:p>
      </dgm:t>
    </dgm:pt>
    <dgm:pt modelId="{E72AEA18-3304-4F46-AB8F-A26B249710DB}" type="parTrans" cxnId="{09BC3DBD-3ADF-46DB-A5E7-F3200C1F7ABB}">
      <dgm:prSet/>
      <dgm:spPr/>
      <dgm:t>
        <a:bodyPr/>
        <a:lstStyle/>
        <a:p>
          <a:endParaRPr lang="en-US"/>
        </a:p>
      </dgm:t>
    </dgm:pt>
    <dgm:pt modelId="{06590EED-A821-4AB5-9904-E20B8D7C4336}" type="sibTrans" cxnId="{09BC3DBD-3ADF-46DB-A5E7-F3200C1F7ABB}">
      <dgm:prSet/>
      <dgm:spPr/>
      <dgm:t>
        <a:bodyPr/>
        <a:lstStyle/>
        <a:p>
          <a:endParaRPr lang="en-US"/>
        </a:p>
      </dgm:t>
    </dgm:pt>
    <dgm:pt modelId="{CC668675-A79F-4BEA-B983-4BBB6EDD6C80}" type="pres">
      <dgm:prSet presAssocID="{CA2E7B84-3181-47BA-AE21-1E37F24F4512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99BC978C-0944-496A-807A-2A80667BCFA4}" type="pres">
      <dgm:prSet presAssocID="{8F84DC3E-693E-4AFA-9C08-230417B5EFFC}" presName="composite" presStyleCnt="0"/>
      <dgm:spPr/>
    </dgm:pt>
    <dgm:pt modelId="{6DB306F3-829E-458D-A923-C9F53EBE6B4D}" type="pres">
      <dgm:prSet presAssocID="{8F84DC3E-693E-4AFA-9C08-230417B5EFFC}" presName="FirstChild" presStyleLbl="revTx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BE551F-E9F3-4C89-B1BB-4E2D4A4635B1}" type="pres">
      <dgm:prSet presAssocID="{8F84DC3E-693E-4AFA-9C08-230417B5EFFC}" presName="Parent" presStyleLbl="alignNode1" presStyleIdx="0" presStyleCnt="4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B82511-A015-4C48-B340-B188DC6C4EFE}" type="pres">
      <dgm:prSet presAssocID="{8F84DC3E-693E-4AFA-9C08-230417B5EFFC}" presName="Accent" presStyleLbl="parChTrans1D1" presStyleIdx="0" presStyleCnt="4"/>
      <dgm:spPr/>
    </dgm:pt>
    <dgm:pt modelId="{6F826ED8-DFE7-4697-B99D-73F3ABAB277F}" type="pres">
      <dgm:prSet presAssocID="{0E154B85-6859-44D9-A1C8-B964346841EE}" presName="sibTrans" presStyleCnt="0"/>
      <dgm:spPr/>
    </dgm:pt>
    <dgm:pt modelId="{486E79E1-9673-4581-9830-B6CE4D1F443B}" type="pres">
      <dgm:prSet presAssocID="{9BEA22B9-E220-4EC2-986B-4921F4B7D3F8}" presName="composite" presStyleCnt="0"/>
      <dgm:spPr/>
    </dgm:pt>
    <dgm:pt modelId="{EB8E94E2-254C-4D77-9C57-A006A2A4F36F}" type="pres">
      <dgm:prSet presAssocID="{9BEA22B9-E220-4EC2-986B-4921F4B7D3F8}" presName="FirstChild" presStyleLbl="revTx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5E9573-E693-4F3E-8DB3-9E04128B6814}" type="pres">
      <dgm:prSet presAssocID="{9BEA22B9-E220-4EC2-986B-4921F4B7D3F8}" presName="Parent" presStyleLbl="alignNode1" presStyleIdx="1" presStyleCnt="4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301B80-A90C-4E8E-8E84-1585BE716D36}" type="pres">
      <dgm:prSet presAssocID="{9BEA22B9-E220-4EC2-986B-4921F4B7D3F8}" presName="Accent" presStyleLbl="parChTrans1D1" presStyleIdx="1" presStyleCnt="4"/>
      <dgm:spPr/>
    </dgm:pt>
    <dgm:pt modelId="{4A7E3FBF-A6A8-43A0-9900-A6B2893AF1C0}" type="pres">
      <dgm:prSet presAssocID="{2C8F5210-E01C-4A41-85EC-542BD1E4C4ED}" presName="sibTrans" presStyleCnt="0"/>
      <dgm:spPr/>
    </dgm:pt>
    <dgm:pt modelId="{A90BD650-4EE9-4601-9BAC-CAD2E01EAF74}" type="pres">
      <dgm:prSet presAssocID="{7F5D8102-1430-4F6D-932B-57D6F8758790}" presName="composite" presStyleCnt="0"/>
      <dgm:spPr/>
    </dgm:pt>
    <dgm:pt modelId="{E70A08E4-A7B4-4A44-AAF7-956E014EFC52}" type="pres">
      <dgm:prSet presAssocID="{7F5D8102-1430-4F6D-932B-57D6F8758790}" presName="FirstChild" presStyleLbl="revTx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B7E496-AFEC-41D9-B186-1094CA6E8F71}" type="pres">
      <dgm:prSet presAssocID="{7F5D8102-1430-4F6D-932B-57D6F8758790}" presName="Parent" presStyleLbl="alignNode1" presStyleIdx="2" presStyleCnt="4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1015FD-BCF9-4522-B08A-D59100815162}" type="pres">
      <dgm:prSet presAssocID="{7F5D8102-1430-4F6D-932B-57D6F8758790}" presName="Accent" presStyleLbl="parChTrans1D1" presStyleIdx="2" presStyleCnt="4"/>
      <dgm:spPr/>
    </dgm:pt>
    <dgm:pt modelId="{21E780E5-E67D-4A69-96A1-A192029ED03E}" type="pres">
      <dgm:prSet presAssocID="{1845DE81-EDAA-40B8-98F9-29AC1209F1EC}" presName="sibTrans" presStyleCnt="0"/>
      <dgm:spPr/>
    </dgm:pt>
    <dgm:pt modelId="{4EC48411-E063-4ADC-A2B5-38525236B7D1}" type="pres">
      <dgm:prSet presAssocID="{B5725172-88BA-46AA-936F-FAE4A2236C49}" presName="composite" presStyleCnt="0"/>
      <dgm:spPr/>
    </dgm:pt>
    <dgm:pt modelId="{1CE57873-FBC6-4AC9-824D-74A6AC6ECBAA}" type="pres">
      <dgm:prSet presAssocID="{B5725172-88BA-46AA-936F-FAE4A2236C49}" presName="FirstChild" presStyleLbl="revTx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FFFDF3-742F-4B8A-ADAB-EFE3F5E2E35B}" type="pres">
      <dgm:prSet presAssocID="{B5725172-88BA-46AA-936F-FAE4A2236C49}" presName="Parent" presStyleLbl="alignNode1" presStyleIdx="3" presStyleCnt="4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40ADD5-1041-4C03-8951-7A5B4A904B2F}" type="pres">
      <dgm:prSet presAssocID="{B5725172-88BA-46AA-936F-FAE4A2236C49}" presName="Accent" presStyleLbl="parChTrans1D1" presStyleIdx="3" presStyleCnt="4"/>
      <dgm:spPr/>
    </dgm:pt>
  </dgm:ptLst>
  <dgm:cxnLst>
    <dgm:cxn modelId="{86486E93-6FB1-4FEB-AFC1-88160E440F0A}" srcId="{CA2E7B84-3181-47BA-AE21-1E37F24F4512}" destId="{B5725172-88BA-46AA-936F-FAE4A2236C49}" srcOrd="3" destOrd="0" parTransId="{053DD523-CA08-4D97-9954-B0D4309E82F2}" sibTransId="{9903D46A-2A35-42CB-B371-443322E880BB}"/>
    <dgm:cxn modelId="{9DB98231-3177-4773-A903-A9EE1B778704}" type="presOf" srcId="{D04E4AC9-820C-48B0-A4F5-009182869558}" destId="{1CE57873-FBC6-4AC9-824D-74A6AC6ECBAA}" srcOrd="0" destOrd="0" presId="urn:microsoft.com/office/officeart/2011/layout/TabList"/>
    <dgm:cxn modelId="{A988BFFB-0A1B-467E-875B-E058C20560F9}" type="presOf" srcId="{B5725172-88BA-46AA-936F-FAE4A2236C49}" destId="{2EFFFDF3-742F-4B8A-ADAB-EFE3F5E2E35B}" srcOrd="0" destOrd="0" presId="urn:microsoft.com/office/officeart/2011/layout/TabList"/>
    <dgm:cxn modelId="{99621267-41A3-4BD2-A585-F55CBC55457C}" srcId="{7F5D8102-1430-4F6D-932B-57D6F8758790}" destId="{9198BDC4-5B78-4BF4-B9E9-BFA3A840CBD1}" srcOrd="0" destOrd="0" parTransId="{9E1A04B3-966C-4071-87C7-903A17438B4D}" sibTransId="{4EA66008-ABC1-4A84-BD56-A34EC88F83EA}"/>
    <dgm:cxn modelId="{3EF454D5-320B-4AF3-ACA3-E97FFBC115EC}" type="presOf" srcId="{8F84DC3E-693E-4AFA-9C08-230417B5EFFC}" destId="{8CBE551F-E9F3-4C89-B1BB-4E2D4A4635B1}" srcOrd="0" destOrd="0" presId="urn:microsoft.com/office/officeart/2011/layout/TabList"/>
    <dgm:cxn modelId="{2E5D0D4B-95AA-46B3-BEFF-EACEB3638927}" type="presOf" srcId="{9198BDC4-5B78-4BF4-B9E9-BFA3A840CBD1}" destId="{E70A08E4-A7B4-4A44-AAF7-956E014EFC52}" srcOrd="0" destOrd="0" presId="urn:microsoft.com/office/officeart/2011/layout/TabList"/>
    <dgm:cxn modelId="{129C9F95-776C-48EA-A93E-C781D412B05A}" type="presOf" srcId="{9BEA22B9-E220-4EC2-986B-4921F4B7D3F8}" destId="{035E9573-E693-4F3E-8DB3-9E04128B6814}" srcOrd="0" destOrd="0" presId="urn:microsoft.com/office/officeart/2011/layout/TabList"/>
    <dgm:cxn modelId="{09BC3DBD-3ADF-46DB-A5E7-F3200C1F7ABB}" srcId="{B5725172-88BA-46AA-936F-FAE4A2236C49}" destId="{D04E4AC9-820C-48B0-A4F5-009182869558}" srcOrd="0" destOrd="0" parTransId="{E72AEA18-3304-4F46-AB8F-A26B249710DB}" sibTransId="{06590EED-A821-4AB5-9904-E20B8D7C4336}"/>
    <dgm:cxn modelId="{ED5868C0-2A56-4A0D-BDF3-D024E97052B0}" srcId="{CA2E7B84-3181-47BA-AE21-1E37F24F4512}" destId="{7F5D8102-1430-4F6D-932B-57D6F8758790}" srcOrd="2" destOrd="0" parTransId="{6A731EED-41FE-4F10-A52E-6671908E6E72}" sibTransId="{1845DE81-EDAA-40B8-98F9-29AC1209F1EC}"/>
    <dgm:cxn modelId="{36973BEB-DE49-4009-A6E9-C199E6A6A825}" srcId="{CA2E7B84-3181-47BA-AE21-1E37F24F4512}" destId="{9BEA22B9-E220-4EC2-986B-4921F4B7D3F8}" srcOrd="1" destOrd="0" parTransId="{FEE4CD0F-20FA-4731-A08F-1DB3D8691D3E}" sibTransId="{2C8F5210-E01C-4A41-85EC-542BD1E4C4ED}"/>
    <dgm:cxn modelId="{67AA6C5A-1ED6-4D78-82AD-74F3A8A94F3C}" type="presOf" srcId="{D8113D99-FB62-4FCA-BE1A-A23EC650BB96}" destId="{EB8E94E2-254C-4D77-9C57-A006A2A4F36F}" srcOrd="0" destOrd="0" presId="urn:microsoft.com/office/officeart/2011/layout/TabList"/>
    <dgm:cxn modelId="{E4F5321E-C454-4571-B2FD-177F191E7F88}" type="presOf" srcId="{8A66F267-E16F-490B-8FB9-852D7AC5ACED}" destId="{6DB306F3-829E-458D-A923-C9F53EBE6B4D}" srcOrd="0" destOrd="0" presId="urn:microsoft.com/office/officeart/2011/layout/TabList"/>
    <dgm:cxn modelId="{3589919C-0CB5-4221-B722-B31356F5CEC7}" srcId="{9BEA22B9-E220-4EC2-986B-4921F4B7D3F8}" destId="{D8113D99-FB62-4FCA-BE1A-A23EC650BB96}" srcOrd="0" destOrd="0" parTransId="{E16899F1-BAA0-45AB-A655-94F25FF56EF7}" sibTransId="{2F41381A-126A-42AE-A242-1DADBDC2FBDC}"/>
    <dgm:cxn modelId="{D85CE78A-661F-4ADD-B258-20F73EAE3439}" srcId="{8F84DC3E-693E-4AFA-9C08-230417B5EFFC}" destId="{8A66F267-E16F-490B-8FB9-852D7AC5ACED}" srcOrd="0" destOrd="0" parTransId="{20716E61-6CCC-4C15-9614-837953384E35}" sibTransId="{225C139F-B48B-4CAE-8A75-FD00713DDF16}"/>
    <dgm:cxn modelId="{ADE776AF-F405-4C03-A921-EC7EAE8F6B5E}" srcId="{CA2E7B84-3181-47BA-AE21-1E37F24F4512}" destId="{8F84DC3E-693E-4AFA-9C08-230417B5EFFC}" srcOrd="0" destOrd="0" parTransId="{C990DA60-C456-41BA-9BCB-B283E2BEAE45}" sibTransId="{0E154B85-6859-44D9-A1C8-B964346841EE}"/>
    <dgm:cxn modelId="{A7207AF6-6A2D-45E5-ACF7-E2CB6A21F173}" type="presOf" srcId="{7F5D8102-1430-4F6D-932B-57D6F8758790}" destId="{57B7E496-AFEC-41D9-B186-1094CA6E8F71}" srcOrd="0" destOrd="0" presId="urn:microsoft.com/office/officeart/2011/layout/TabList"/>
    <dgm:cxn modelId="{9FA8EFD8-86C4-42DB-852D-01EFA63AEDAB}" type="presOf" srcId="{CA2E7B84-3181-47BA-AE21-1E37F24F4512}" destId="{CC668675-A79F-4BEA-B983-4BBB6EDD6C80}" srcOrd="0" destOrd="0" presId="urn:microsoft.com/office/officeart/2011/layout/TabList"/>
    <dgm:cxn modelId="{0EC9C62C-F2D5-4C16-B63C-53985BD867C9}" type="presParOf" srcId="{CC668675-A79F-4BEA-B983-4BBB6EDD6C80}" destId="{99BC978C-0944-496A-807A-2A80667BCFA4}" srcOrd="0" destOrd="0" presId="urn:microsoft.com/office/officeart/2011/layout/TabList"/>
    <dgm:cxn modelId="{2E816E01-2842-4E90-A2D0-E625AFC92045}" type="presParOf" srcId="{99BC978C-0944-496A-807A-2A80667BCFA4}" destId="{6DB306F3-829E-458D-A923-C9F53EBE6B4D}" srcOrd="0" destOrd="0" presId="urn:microsoft.com/office/officeart/2011/layout/TabList"/>
    <dgm:cxn modelId="{05C5FCCD-0C7E-428C-AD21-55A1CECD8B88}" type="presParOf" srcId="{99BC978C-0944-496A-807A-2A80667BCFA4}" destId="{8CBE551F-E9F3-4C89-B1BB-4E2D4A4635B1}" srcOrd="1" destOrd="0" presId="urn:microsoft.com/office/officeart/2011/layout/TabList"/>
    <dgm:cxn modelId="{45C95621-7F34-4F67-9A5C-0F6B0714B310}" type="presParOf" srcId="{99BC978C-0944-496A-807A-2A80667BCFA4}" destId="{A0B82511-A015-4C48-B340-B188DC6C4EFE}" srcOrd="2" destOrd="0" presId="urn:microsoft.com/office/officeart/2011/layout/TabList"/>
    <dgm:cxn modelId="{A25950B8-50ED-4233-A8E4-1775B13EDC40}" type="presParOf" srcId="{CC668675-A79F-4BEA-B983-4BBB6EDD6C80}" destId="{6F826ED8-DFE7-4697-B99D-73F3ABAB277F}" srcOrd="1" destOrd="0" presId="urn:microsoft.com/office/officeart/2011/layout/TabList"/>
    <dgm:cxn modelId="{E1FFF28E-D817-4661-9C44-D597D250C42D}" type="presParOf" srcId="{CC668675-A79F-4BEA-B983-4BBB6EDD6C80}" destId="{486E79E1-9673-4581-9830-B6CE4D1F443B}" srcOrd="2" destOrd="0" presId="urn:microsoft.com/office/officeart/2011/layout/TabList"/>
    <dgm:cxn modelId="{276886DE-EE7A-4686-B518-3AF923D1C813}" type="presParOf" srcId="{486E79E1-9673-4581-9830-B6CE4D1F443B}" destId="{EB8E94E2-254C-4D77-9C57-A006A2A4F36F}" srcOrd="0" destOrd="0" presId="urn:microsoft.com/office/officeart/2011/layout/TabList"/>
    <dgm:cxn modelId="{034CFEE1-A53C-427A-A23F-5978CA87177A}" type="presParOf" srcId="{486E79E1-9673-4581-9830-B6CE4D1F443B}" destId="{035E9573-E693-4F3E-8DB3-9E04128B6814}" srcOrd="1" destOrd="0" presId="urn:microsoft.com/office/officeart/2011/layout/TabList"/>
    <dgm:cxn modelId="{32117CA1-88B3-452C-AEDD-F1FC9E659700}" type="presParOf" srcId="{486E79E1-9673-4581-9830-B6CE4D1F443B}" destId="{0A301B80-A90C-4E8E-8E84-1585BE716D36}" srcOrd="2" destOrd="0" presId="urn:microsoft.com/office/officeart/2011/layout/TabList"/>
    <dgm:cxn modelId="{287702F0-DECA-4588-B552-621D76DD4175}" type="presParOf" srcId="{CC668675-A79F-4BEA-B983-4BBB6EDD6C80}" destId="{4A7E3FBF-A6A8-43A0-9900-A6B2893AF1C0}" srcOrd="3" destOrd="0" presId="urn:microsoft.com/office/officeart/2011/layout/TabList"/>
    <dgm:cxn modelId="{298AC1F1-3671-4DB6-AE40-832176227CBC}" type="presParOf" srcId="{CC668675-A79F-4BEA-B983-4BBB6EDD6C80}" destId="{A90BD650-4EE9-4601-9BAC-CAD2E01EAF74}" srcOrd="4" destOrd="0" presId="urn:microsoft.com/office/officeart/2011/layout/TabList"/>
    <dgm:cxn modelId="{08C26B62-792A-4085-9AC8-E3E2D9F4C4BE}" type="presParOf" srcId="{A90BD650-4EE9-4601-9BAC-CAD2E01EAF74}" destId="{E70A08E4-A7B4-4A44-AAF7-956E014EFC52}" srcOrd="0" destOrd="0" presId="urn:microsoft.com/office/officeart/2011/layout/TabList"/>
    <dgm:cxn modelId="{7D9E0935-C443-4472-996D-FCFA93A222FC}" type="presParOf" srcId="{A90BD650-4EE9-4601-9BAC-CAD2E01EAF74}" destId="{57B7E496-AFEC-41D9-B186-1094CA6E8F71}" srcOrd="1" destOrd="0" presId="urn:microsoft.com/office/officeart/2011/layout/TabList"/>
    <dgm:cxn modelId="{89C918E1-2E8D-4E1A-9324-E5CDD68FACC8}" type="presParOf" srcId="{A90BD650-4EE9-4601-9BAC-CAD2E01EAF74}" destId="{791015FD-BCF9-4522-B08A-D59100815162}" srcOrd="2" destOrd="0" presId="urn:microsoft.com/office/officeart/2011/layout/TabList"/>
    <dgm:cxn modelId="{FE4FBAB1-D1EE-4DFA-B4E3-E7E7622FB03F}" type="presParOf" srcId="{CC668675-A79F-4BEA-B983-4BBB6EDD6C80}" destId="{21E780E5-E67D-4A69-96A1-A192029ED03E}" srcOrd="5" destOrd="0" presId="urn:microsoft.com/office/officeart/2011/layout/TabList"/>
    <dgm:cxn modelId="{E930C396-4DC5-4AB4-B1F4-7BC93CA1368C}" type="presParOf" srcId="{CC668675-A79F-4BEA-B983-4BBB6EDD6C80}" destId="{4EC48411-E063-4ADC-A2B5-38525236B7D1}" srcOrd="6" destOrd="0" presId="urn:microsoft.com/office/officeart/2011/layout/TabList"/>
    <dgm:cxn modelId="{3A57EC12-5369-456F-ABB6-0173DDD9DF14}" type="presParOf" srcId="{4EC48411-E063-4ADC-A2B5-38525236B7D1}" destId="{1CE57873-FBC6-4AC9-824D-74A6AC6ECBAA}" srcOrd="0" destOrd="0" presId="urn:microsoft.com/office/officeart/2011/layout/TabList"/>
    <dgm:cxn modelId="{EC6CE7DE-DF0E-4E80-9679-56455EC53030}" type="presParOf" srcId="{4EC48411-E063-4ADC-A2B5-38525236B7D1}" destId="{2EFFFDF3-742F-4B8A-ADAB-EFE3F5E2E35B}" srcOrd="1" destOrd="0" presId="urn:microsoft.com/office/officeart/2011/layout/TabList"/>
    <dgm:cxn modelId="{BA8404B3-3E0F-4FF3-BE6E-9FE8EFBB3D02}" type="presParOf" srcId="{4EC48411-E063-4ADC-A2B5-38525236B7D1}" destId="{BD40ADD5-1041-4C03-8951-7A5B4A904B2F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0ADD5-1041-4C03-8951-7A5B4A904B2F}">
      <dsp:nvSpPr>
        <dsp:cNvPr id="0" name=""/>
        <dsp:cNvSpPr/>
      </dsp:nvSpPr>
      <dsp:spPr>
        <a:xfrm>
          <a:off x="0" y="3809189"/>
          <a:ext cx="11201399" cy="0"/>
        </a:xfrm>
        <a:prstGeom prst="line">
          <a:avLst/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1015FD-BCF9-4522-B08A-D59100815162}">
      <dsp:nvSpPr>
        <dsp:cNvPr id="0" name=""/>
        <dsp:cNvSpPr/>
      </dsp:nvSpPr>
      <dsp:spPr>
        <a:xfrm>
          <a:off x="0" y="2845623"/>
          <a:ext cx="11201399" cy="0"/>
        </a:xfrm>
        <a:prstGeom prst="line">
          <a:avLst/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301B80-A90C-4E8E-8E84-1585BE716D36}">
      <dsp:nvSpPr>
        <dsp:cNvPr id="0" name=""/>
        <dsp:cNvSpPr/>
      </dsp:nvSpPr>
      <dsp:spPr>
        <a:xfrm>
          <a:off x="0" y="1882057"/>
          <a:ext cx="11201399" cy="0"/>
        </a:xfrm>
        <a:prstGeom prst="line">
          <a:avLst/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B82511-A015-4C48-B340-B188DC6C4EFE}">
      <dsp:nvSpPr>
        <dsp:cNvPr id="0" name=""/>
        <dsp:cNvSpPr/>
      </dsp:nvSpPr>
      <dsp:spPr>
        <a:xfrm>
          <a:off x="0" y="918492"/>
          <a:ext cx="11201399" cy="0"/>
        </a:xfrm>
        <a:prstGeom prst="line">
          <a:avLst/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B306F3-829E-458D-A923-C9F53EBE6B4D}">
      <dsp:nvSpPr>
        <dsp:cNvPr id="0" name=""/>
        <dsp:cNvSpPr/>
      </dsp:nvSpPr>
      <dsp:spPr>
        <a:xfrm>
          <a:off x="2912364" y="810"/>
          <a:ext cx="8289036" cy="917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+mj-lt"/>
            </a:rPr>
            <a:t>12,500 tests take 3-4 hours of test time</a:t>
          </a:r>
          <a:endParaRPr lang="en-US" sz="3200" kern="1200" dirty="0">
            <a:latin typeface="+mj-lt"/>
          </a:endParaRPr>
        </a:p>
      </dsp:txBody>
      <dsp:txXfrm>
        <a:off x="2912364" y="810"/>
        <a:ext cx="8289036" cy="917681"/>
      </dsp:txXfrm>
    </dsp:sp>
    <dsp:sp modelId="{8CBE551F-E9F3-4C89-B1BB-4E2D4A4635B1}">
      <dsp:nvSpPr>
        <dsp:cNvPr id="0" name=""/>
        <dsp:cNvSpPr/>
      </dsp:nvSpPr>
      <dsp:spPr>
        <a:xfrm>
          <a:off x="0" y="810"/>
          <a:ext cx="2912364" cy="917681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+mj-lt"/>
            </a:rPr>
            <a:t>Fast</a:t>
          </a:r>
          <a:endParaRPr lang="en-US" sz="3200" kern="1200" dirty="0">
            <a:latin typeface="+mj-lt"/>
          </a:endParaRPr>
        </a:p>
      </dsp:txBody>
      <dsp:txXfrm>
        <a:off x="44806" y="45616"/>
        <a:ext cx="2822752" cy="872875"/>
      </dsp:txXfrm>
    </dsp:sp>
    <dsp:sp modelId="{EB8E94E2-254C-4D77-9C57-A006A2A4F36F}">
      <dsp:nvSpPr>
        <dsp:cNvPr id="0" name=""/>
        <dsp:cNvSpPr/>
      </dsp:nvSpPr>
      <dsp:spPr>
        <a:xfrm>
          <a:off x="2912364" y="964376"/>
          <a:ext cx="8289036" cy="917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+mj-lt"/>
            </a:rPr>
            <a:t>Rich environment and features preparation</a:t>
          </a:r>
          <a:endParaRPr lang="en-US" sz="3200" kern="1200" dirty="0">
            <a:latin typeface="+mj-lt"/>
          </a:endParaRPr>
        </a:p>
      </dsp:txBody>
      <dsp:txXfrm>
        <a:off x="2912364" y="964376"/>
        <a:ext cx="8289036" cy="917681"/>
      </dsp:txXfrm>
    </dsp:sp>
    <dsp:sp modelId="{035E9573-E693-4F3E-8DB3-9E04128B6814}">
      <dsp:nvSpPr>
        <dsp:cNvPr id="0" name=""/>
        <dsp:cNvSpPr/>
      </dsp:nvSpPr>
      <dsp:spPr>
        <a:xfrm>
          <a:off x="0" y="964376"/>
          <a:ext cx="2912364" cy="917681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2579669"/>
            <a:satOff val="-2994"/>
            <a:lumOff val="4445"/>
            <a:alphaOff val="0"/>
          </a:schemeClr>
        </a:solidFill>
        <a:ln w="25400" cap="flat" cmpd="sng" algn="ctr">
          <a:solidFill>
            <a:schemeClr val="accent3">
              <a:hueOff val="2579669"/>
              <a:satOff val="-2994"/>
              <a:lumOff val="44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+mj-lt"/>
            </a:rPr>
            <a:t>Scalable</a:t>
          </a:r>
          <a:endParaRPr lang="en-US" sz="3200" kern="1200" dirty="0">
            <a:latin typeface="+mj-lt"/>
          </a:endParaRPr>
        </a:p>
      </dsp:txBody>
      <dsp:txXfrm>
        <a:off x="44806" y="1009182"/>
        <a:ext cx="2822752" cy="872875"/>
      </dsp:txXfrm>
    </dsp:sp>
    <dsp:sp modelId="{E70A08E4-A7B4-4A44-AAF7-956E014EFC52}">
      <dsp:nvSpPr>
        <dsp:cNvPr id="0" name=""/>
        <dsp:cNvSpPr/>
      </dsp:nvSpPr>
      <dsp:spPr>
        <a:xfrm>
          <a:off x="2912364" y="1927942"/>
          <a:ext cx="8289036" cy="917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+mj-lt"/>
            </a:rPr>
            <a:t>Code-To-Production repeatable and constant</a:t>
          </a:r>
          <a:endParaRPr lang="en-US" sz="3200" kern="1200" dirty="0">
            <a:latin typeface="+mj-lt"/>
          </a:endParaRPr>
        </a:p>
      </dsp:txBody>
      <dsp:txXfrm>
        <a:off x="2912364" y="1927942"/>
        <a:ext cx="8289036" cy="917681"/>
      </dsp:txXfrm>
    </dsp:sp>
    <dsp:sp modelId="{57B7E496-AFEC-41D9-B186-1094CA6E8F71}">
      <dsp:nvSpPr>
        <dsp:cNvPr id="0" name=""/>
        <dsp:cNvSpPr/>
      </dsp:nvSpPr>
      <dsp:spPr>
        <a:xfrm>
          <a:off x="0" y="1927942"/>
          <a:ext cx="2912364" cy="917681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5159339"/>
            <a:satOff val="-5989"/>
            <a:lumOff val="8889"/>
            <a:alphaOff val="0"/>
          </a:schemeClr>
        </a:solidFill>
        <a:ln w="25400" cap="flat" cmpd="sng" algn="ctr">
          <a:solidFill>
            <a:schemeClr val="accent3">
              <a:hueOff val="5159339"/>
              <a:satOff val="-5989"/>
              <a:lumOff val="88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+mj-lt"/>
            </a:rPr>
            <a:t>Reproducible</a:t>
          </a:r>
          <a:endParaRPr lang="en-US" sz="3200" kern="1200" dirty="0">
            <a:latin typeface="+mj-lt"/>
          </a:endParaRPr>
        </a:p>
      </dsp:txBody>
      <dsp:txXfrm>
        <a:off x="44806" y="1972748"/>
        <a:ext cx="2822752" cy="872875"/>
      </dsp:txXfrm>
    </dsp:sp>
    <dsp:sp modelId="{1CE57873-FBC6-4AC9-824D-74A6AC6ECBAA}">
      <dsp:nvSpPr>
        <dsp:cNvPr id="0" name=""/>
        <dsp:cNvSpPr/>
      </dsp:nvSpPr>
      <dsp:spPr>
        <a:xfrm>
          <a:off x="2912364" y="2891507"/>
          <a:ext cx="8289036" cy="917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+mj-lt"/>
            </a:rPr>
            <a:t>Compliance, PCI etc.</a:t>
          </a:r>
          <a:endParaRPr lang="en-US" sz="3200" kern="1200" dirty="0">
            <a:latin typeface="+mj-lt"/>
          </a:endParaRPr>
        </a:p>
      </dsp:txBody>
      <dsp:txXfrm>
        <a:off x="2912364" y="2891507"/>
        <a:ext cx="8289036" cy="917681"/>
      </dsp:txXfrm>
    </dsp:sp>
    <dsp:sp modelId="{2EFFFDF3-742F-4B8A-ADAB-EFE3F5E2E35B}">
      <dsp:nvSpPr>
        <dsp:cNvPr id="0" name=""/>
        <dsp:cNvSpPr/>
      </dsp:nvSpPr>
      <dsp:spPr>
        <a:xfrm>
          <a:off x="0" y="2891507"/>
          <a:ext cx="2912364" cy="917681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7739008"/>
            <a:satOff val="-8983"/>
            <a:lumOff val="13334"/>
            <a:alphaOff val="0"/>
          </a:schemeClr>
        </a:solidFill>
        <a:ln w="25400" cap="flat" cmpd="sng" algn="ctr">
          <a:solidFill>
            <a:schemeClr val="accent3">
              <a:hueOff val="7739008"/>
              <a:satOff val="-8983"/>
              <a:lumOff val="1333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+mj-lt"/>
            </a:rPr>
            <a:t>Secure</a:t>
          </a:r>
          <a:endParaRPr lang="en-US" sz="3200" kern="1200" dirty="0">
            <a:latin typeface="+mj-lt"/>
          </a:endParaRPr>
        </a:p>
      </dsp:txBody>
      <dsp:txXfrm>
        <a:off x="44806" y="2936313"/>
        <a:ext cx="2822752" cy="872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EBE99-4A44-4BB3-9874-C4FDEB1CE382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9EEE0E-9B25-4F0A-A2A6-9C347BB3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4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54339-AE65-48AF-BAEF-CCCA4BF421E7}" type="datetimeFigureOut">
              <a:rPr lang="en-US" smtClean="0"/>
              <a:t>9/16/2016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73088" y="496888"/>
            <a:ext cx="7951788" cy="4473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5218153"/>
            <a:ext cx="5444490" cy="39757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87228-6D3D-40D1-925F-6A0D7A3BF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67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76213" indent="-171450" algn="l" defTabSz="914400" rtl="0" eaLnBrk="1" latinLnBrk="0" hangingPunct="1"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58775" indent="-171450" algn="l" defTabSz="914400" rtl="0" eaLnBrk="1" latinLnBrk="0" hangingPunct="1">
      <a:buFont typeface="Arial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39750" indent="-171450" algn="l" defTabSz="914400" rtl="0" eaLnBrk="1" latinLnBrk="0" hangingPunct="1"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11200" indent="-171450" algn="l" defTabSz="914400" rtl="0" eaLnBrk="1" latinLnBrk="0" hangingPunct="1"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573088" y="496888"/>
            <a:ext cx="7951788" cy="4473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47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57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971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91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26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95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57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74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50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11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98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21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22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92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804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2496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876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36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673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071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796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7228-6D3D-40D1-925F-6A0D7A3BF68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1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279856"/>
            <a:ext cx="11379200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800" b="0">
                <a:solidFill>
                  <a:srgbClr val="323232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406400" y="914401"/>
            <a:ext cx="11379200" cy="14280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rgbClr val="1E1E1E"/>
                </a:solidFill>
                <a:latin typeface="+mn-lt"/>
              </a:defRPr>
            </a:lvl1pPr>
            <a:lvl2pPr marL="228600" indent="-171450">
              <a:buFont typeface="Arial" pitchFamily="34" charset="0"/>
              <a:buChar char="•"/>
              <a:defRPr sz="1600">
                <a:solidFill>
                  <a:srgbClr val="1E1E1E"/>
                </a:solidFill>
                <a:latin typeface="+mn-lt"/>
              </a:defRPr>
            </a:lvl2pPr>
            <a:lvl3pPr marL="400050" indent="-171450">
              <a:buFont typeface="Arial" pitchFamily="34" charset="0"/>
              <a:buChar char="‒"/>
              <a:defRPr sz="1600">
                <a:solidFill>
                  <a:srgbClr val="1E1E1E"/>
                </a:solidFill>
                <a:latin typeface="+mn-lt"/>
              </a:defRPr>
            </a:lvl3pPr>
            <a:lvl4pPr marL="685800" indent="-228600">
              <a:buFont typeface="Courier New" pitchFamily="49" charset="0"/>
              <a:buChar char="o"/>
              <a:defRPr sz="1600">
                <a:solidFill>
                  <a:srgbClr val="1E1E1E"/>
                </a:solidFill>
                <a:latin typeface="+mn-lt"/>
              </a:defRPr>
            </a:lvl4pPr>
            <a:lvl5pPr marL="857250" indent="-171450">
              <a:buFont typeface="Arial" pitchFamily="34" charset="0"/>
              <a:buChar char="▪"/>
              <a:defRPr sz="1600">
                <a:solidFill>
                  <a:srgbClr val="1E1E1E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152400" y="5934766"/>
            <a:ext cx="11811000" cy="33855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dirty="0" smtClean="0"/>
            </a:lvl1pPr>
          </a:lstStyle>
          <a:p>
            <a:pPr marL="177800" lvl="0" indent="-177800">
              <a:buAutoNum type="arabicParenR"/>
            </a:pPr>
            <a:r>
              <a:rPr lang="en-US" dirty="0" smtClean="0"/>
              <a:t>Click to edit master text styles</a:t>
            </a:r>
          </a:p>
          <a:p>
            <a:pPr marL="177800" lvl="0" indent="-177800"/>
            <a:r>
              <a:rPr lang="en-US" dirty="0" smtClean="0"/>
              <a:t>Source:  </a:t>
            </a:r>
          </a:p>
        </p:txBody>
      </p:sp>
    </p:spTree>
    <p:extLst>
      <p:ext uri="{BB962C8B-B14F-4D97-AF65-F5344CB8AC3E}">
        <p14:creationId xmlns:p14="http://schemas.microsoft.com/office/powerpoint/2010/main" val="35317995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49199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29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 b="0">
                <a:solidFill>
                  <a:srgbClr val="323232"/>
                </a:solidFill>
              </a:defRPr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7" name="Subtitle 30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>
                <a:solidFill>
                  <a:srgbClr val="323232"/>
                </a:solidFill>
              </a:defRPr>
            </a:lvl1pPr>
          </a:lstStyle>
          <a:p>
            <a:r>
              <a:rPr lang="en-US" dirty="0" smtClean="0"/>
              <a:t>Click to edit subtitle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120" y="506602"/>
            <a:ext cx="3349759" cy="133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008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279856"/>
            <a:ext cx="11379200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800" b="0">
                <a:solidFill>
                  <a:srgbClr val="323232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406400" y="914401"/>
            <a:ext cx="11379200" cy="14280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Font typeface="Arial" pitchFamily="34" charset="0"/>
              <a:buNone/>
              <a:defRPr sz="1600">
                <a:solidFill>
                  <a:srgbClr val="1E1E1E"/>
                </a:solidFill>
                <a:latin typeface="+mn-lt"/>
              </a:defRPr>
            </a:lvl1pPr>
            <a:lvl2pPr marL="228600" indent="-171450">
              <a:buFont typeface="Arial" pitchFamily="34" charset="0"/>
              <a:buChar char="•"/>
              <a:defRPr sz="1600">
                <a:solidFill>
                  <a:srgbClr val="1E1E1E"/>
                </a:solidFill>
                <a:latin typeface="+mn-lt"/>
              </a:defRPr>
            </a:lvl2pPr>
            <a:lvl3pPr marL="400050" indent="-171450">
              <a:buFont typeface="Arial" pitchFamily="34" charset="0"/>
              <a:buChar char="‒"/>
              <a:defRPr sz="1600">
                <a:solidFill>
                  <a:srgbClr val="1E1E1E"/>
                </a:solidFill>
                <a:latin typeface="+mn-lt"/>
              </a:defRPr>
            </a:lvl3pPr>
            <a:lvl4pPr marL="685800" indent="-228600">
              <a:buFont typeface="Courier New" pitchFamily="49" charset="0"/>
              <a:buChar char="o"/>
              <a:defRPr sz="1600">
                <a:solidFill>
                  <a:srgbClr val="1E1E1E"/>
                </a:solidFill>
                <a:latin typeface="+mn-lt"/>
              </a:defRPr>
            </a:lvl4pPr>
            <a:lvl5pPr marL="857250" indent="-171450">
              <a:buFont typeface="Arial" pitchFamily="34" charset="0"/>
              <a:buChar char="▪"/>
              <a:defRPr sz="1600">
                <a:solidFill>
                  <a:srgbClr val="1E1E1E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152400" y="5934766"/>
            <a:ext cx="11811000" cy="33855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dirty="0" smtClean="0"/>
            </a:lvl1pPr>
          </a:lstStyle>
          <a:p>
            <a:pPr marL="177800" lvl="0" indent="-177800">
              <a:buAutoNum type="arabicParenR"/>
            </a:pPr>
            <a:r>
              <a:rPr lang="en-US" dirty="0" smtClean="0"/>
              <a:t>Click to edit master text styles</a:t>
            </a:r>
          </a:p>
          <a:p>
            <a:pPr marL="177800" lvl="0" indent="-177800"/>
            <a:r>
              <a:rPr lang="en-US" dirty="0" smtClean="0"/>
              <a:t>Source:  </a:t>
            </a:r>
          </a:p>
        </p:txBody>
      </p:sp>
    </p:spTree>
    <p:extLst>
      <p:ext uri="{BB962C8B-B14F-4D97-AF65-F5344CB8AC3E}">
        <p14:creationId xmlns:p14="http://schemas.microsoft.com/office/powerpoint/2010/main" val="14577898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heme" Target="../theme/theme2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tags" Target="../tags/tag3.xml"/><Relationship Id="rId4" Type="http://schemas.openxmlformats.org/officeDocument/2006/relationships/vmlDrawing" Target="../drawings/vmlDrawing2.v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537496133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gradFill>
            <a:gsLst>
              <a:gs pos="0">
                <a:srgbClr val="E5E5E5"/>
              </a:gs>
              <a:gs pos="0">
                <a:schemeClr val="accent1">
                  <a:tint val="44500"/>
                  <a:satMod val="160000"/>
                </a:schemeClr>
              </a:gs>
              <a:gs pos="71000">
                <a:schemeClr val="bg1"/>
              </a:gs>
              <a:gs pos="43000">
                <a:srgbClr val="E5E5E5"/>
              </a:gs>
              <a:gs pos="0">
                <a:srgbClr val="E5E5E5"/>
              </a:gs>
            </a:gsLst>
            <a:lin ang="215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-304799" y="6358157"/>
            <a:ext cx="52052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All material herein © 2005 – 2016 Agoda group of companies. All rights reserved.</a:t>
            </a:r>
            <a:b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</a:b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AGODA ® is a registered trademark of AGIP LLC, used under license by Agoda Company Pte. Ltd.</a:t>
            </a:r>
            <a:b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</a:b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Agoda is part of The Priceline Group (NASDAQ:PCLN). Internal use only. Proprietary &amp; confidential.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11567018" y="6119084"/>
            <a:ext cx="165109" cy="161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fld id="{C4A5032D-A706-45B2-A1B5-4389052FDDCB}" type="slidenum">
              <a:rPr lang="en-US" sz="1050" smtClean="0">
                <a:solidFill>
                  <a:srgbClr val="323232"/>
                </a:solidFill>
              </a:rPr>
              <a:pPr algn="r"/>
              <a:t>‹#›</a:t>
            </a:fld>
            <a:endParaRPr lang="en-US" sz="1050" dirty="0">
              <a:solidFill>
                <a:srgbClr val="323232"/>
              </a:solidFill>
            </a:endParaRPr>
          </a:p>
        </p:txBody>
      </p:sp>
      <p:pic>
        <p:nvPicPr>
          <p:cNvPr id="11" name="Picture 10" descr="slide_style-01.png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333"/>
          <a:stretch/>
        </p:blipFill>
        <p:spPr>
          <a:xfrm>
            <a:off x="0" y="0"/>
            <a:ext cx="12192000" cy="457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6400800"/>
            <a:ext cx="2895600" cy="41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7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36829199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gradFill>
            <a:gsLst>
              <a:gs pos="0">
                <a:srgbClr val="E5E5E5"/>
              </a:gs>
              <a:gs pos="0">
                <a:schemeClr val="accent1">
                  <a:tint val="44500"/>
                  <a:satMod val="160000"/>
                </a:schemeClr>
              </a:gs>
              <a:gs pos="71000">
                <a:schemeClr val="bg1"/>
              </a:gs>
              <a:gs pos="43000">
                <a:srgbClr val="E5E5E5"/>
              </a:gs>
              <a:gs pos="0">
                <a:srgbClr val="E5E5E5"/>
              </a:gs>
            </a:gsLst>
            <a:lin ang="215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-304799" y="6358157"/>
            <a:ext cx="51764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All material herein © 2005 – 2016 Agoda group of companies. All rights reserved.</a:t>
            </a:r>
            <a:b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</a:b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AGODA ® is a registered trademark of AGIP LLC, used under license by Agoda Company Pte. Ltd.</a:t>
            </a:r>
            <a:b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</a:b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Agoda is part of The Priceline Group (NASDAQ:PCLN). Internal use only. Proprietary &amp; confidential.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11567018" y="6119084"/>
            <a:ext cx="165109" cy="161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fld id="{C4A5032D-A706-45B2-A1B5-4389052FDDCB}" type="slidenum">
              <a:rPr lang="en-US" sz="1050" smtClean="0">
                <a:solidFill>
                  <a:srgbClr val="323232"/>
                </a:solidFill>
              </a:rPr>
              <a:pPr algn="r"/>
              <a:t>‹#›</a:t>
            </a:fld>
            <a:endParaRPr lang="en-US" sz="1050" dirty="0">
              <a:solidFill>
                <a:srgbClr val="323232"/>
              </a:solidFill>
            </a:endParaRPr>
          </a:p>
        </p:txBody>
      </p:sp>
      <p:pic>
        <p:nvPicPr>
          <p:cNvPr id="11" name="Picture 10" descr="slide_style-01.png"/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333"/>
          <a:stretch/>
        </p:blipFill>
        <p:spPr>
          <a:xfrm>
            <a:off x="0" y="0"/>
            <a:ext cx="12192000" cy="457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6400800"/>
            <a:ext cx="2895600" cy="41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34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0337179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133600"/>
            <a:ext cx="10668000" cy="1470025"/>
          </a:xfrm>
        </p:spPr>
        <p:txBody>
          <a:bodyPr/>
          <a:lstStyle/>
          <a:p>
            <a:r>
              <a:rPr lang="en-US" dirty="0" smtClean="0"/>
              <a:t>Container Technology as Success Factor to CI/CD Environment At Agoda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000" y="4343400"/>
            <a:ext cx="8534400" cy="1752600"/>
          </a:xfrm>
        </p:spPr>
        <p:txBody>
          <a:bodyPr/>
          <a:lstStyle/>
          <a:p>
            <a:r>
              <a:rPr lang="en-US" dirty="0" smtClean="0">
                <a:latin typeface="+mj-lt"/>
              </a:rPr>
              <a:t>22 September 2016</a:t>
            </a:r>
          </a:p>
          <a:p>
            <a:r>
              <a:rPr lang="en-US" dirty="0" err="1" smtClean="0">
                <a:latin typeface="+mj-lt"/>
              </a:rPr>
              <a:t>Mahasak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Pijittum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98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57600" y="1634064"/>
            <a:ext cx="4724400" cy="533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4089400" y="1600200"/>
            <a:ext cx="3810000" cy="3077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ctr"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  <a:latin typeface="+mj-lt"/>
              </a:rPr>
              <a:t>Agoda at a glance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Fun Facts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Technology Stack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CI/CD at Agoda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Container at Agoda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Agoda Automation Journey</a:t>
            </a:r>
          </a:p>
        </p:txBody>
      </p:sp>
    </p:spTree>
    <p:extLst>
      <p:ext uri="{BB962C8B-B14F-4D97-AF65-F5344CB8AC3E}">
        <p14:creationId xmlns:p14="http://schemas.microsoft.com/office/powerpoint/2010/main" val="336782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Agoda at a glance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1145331" y="915965"/>
            <a:ext cx="3577949" cy="3388066"/>
            <a:chOff x="2301556" y="685800"/>
            <a:chExt cx="3577949" cy="3388066"/>
          </a:xfrm>
        </p:grpSpPr>
        <p:sp>
          <p:nvSpPr>
            <p:cNvPr id="19" name="Oval 18"/>
            <p:cNvSpPr/>
            <p:nvPr/>
          </p:nvSpPr>
          <p:spPr>
            <a:xfrm>
              <a:off x="2301556" y="685800"/>
              <a:ext cx="3577949" cy="33880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ontent Placeholder 2"/>
            <p:cNvSpPr txBox="1">
              <a:spLocks/>
            </p:cNvSpPr>
            <p:nvPr/>
          </p:nvSpPr>
          <p:spPr>
            <a:xfrm>
              <a:off x="3016174" y="1238439"/>
              <a:ext cx="2579991" cy="2689967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marL="0" indent="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None/>
                <a:defRPr sz="16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228600" indent="-17145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•"/>
                <a:defRPr sz="16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400050" indent="-17145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‒"/>
                <a:defRPr sz="16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Courier New" pitchFamily="49" charset="0"/>
                <a:buChar char="o"/>
                <a:defRPr sz="16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857250" indent="-17145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▪"/>
                <a:defRPr sz="16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800" b="1" dirty="0" smtClean="0">
                  <a:solidFill>
                    <a:schemeClr val="bg1"/>
                  </a:solidFill>
                  <a:latin typeface="+mj-lt"/>
                </a:rPr>
                <a:t>Our history</a:t>
              </a:r>
              <a:endParaRPr lang="en-US" sz="1800" dirty="0" smtClean="0">
                <a:solidFill>
                  <a:schemeClr val="bg1"/>
                </a:solidFill>
                <a:latin typeface="+mj-lt"/>
              </a:endParaRPr>
            </a:p>
            <a:p>
              <a:pPr marL="285750" indent="-285750" fontAlgn="auto"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 smtClean="0">
                  <a:solidFill>
                    <a:schemeClr val="bg1"/>
                  </a:solidFill>
                  <a:latin typeface="+mj-lt"/>
                </a:rPr>
                <a:t>Established in 2005 in Bangkok </a:t>
              </a:r>
            </a:p>
            <a:p>
              <a:pPr marL="285750" indent="-285750" fontAlgn="auto"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 smtClean="0">
                  <a:solidFill>
                    <a:schemeClr val="bg1"/>
                  </a:solidFill>
                  <a:latin typeface="+mj-lt"/>
                </a:rPr>
                <a:t>Founded by Michael Kenny and Rob Rosenstein </a:t>
              </a:r>
              <a:endParaRPr lang="en-US" dirty="0">
                <a:solidFill>
                  <a:schemeClr val="bg1"/>
                </a:solidFill>
                <a:latin typeface="+mj-lt"/>
              </a:endParaRPr>
            </a:p>
            <a:p>
              <a:pPr marL="285750" indent="-285750" fontAlgn="auto"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 smtClean="0">
                  <a:solidFill>
                    <a:schemeClr val="bg1"/>
                  </a:solidFill>
                  <a:latin typeface="+mj-lt"/>
                </a:rPr>
                <a:t>Acquired by the Priceline Group in  2007</a:t>
              </a:r>
            </a:p>
            <a:p>
              <a:pPr fontAlgn="auto">
                <a:spcAft>
                  <a:spcPts val="0"/>
                </a:spcAft>
                <a:buFont typeface="Arial" pitchFamily="34" charset="0"/>
                <a:buChar char="•"/>
                <a:defRPr/>
              </a:pPr>
              <a:endParaRPr lang="en-US" b="1" dirty="0" smtClean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719741" y="3509548"/>
            <a:ext cx="2833515" cy="3034738"/>
            <a:chOff x="4106790" y="3183771"/>
            <a:chExt cx="2171700" cy="2349183"/>
          </a:xfrm>
        </p:grpSpPr>
        <p:sp>
          <p:nvSpPr>
            <p:cNvPr id="22" name="Oval 21"/>
            <p:cNvSpPr/>
            <p:nvPr/>
          </p:nvSpPr>
          <p:spPr>
            <a:xfrm>
              <a:off x="4106790" y="3183771"/>
              <a:ext cx="2171700" cy="218923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ontent Placeholder 2"/>
            <p:cNvSpPr txBox="1">
              <a:spLocks/>
            </p:cNvSpPr>
            <p:nvPr/>
          </p:nvSpPr>
          <p:spPr>
            <a:xfrm>
              <a:off x="4470309" y="3560252"/>
              <a:ext cx="1794985" cy="1972702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marL="0" indent="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None/>
                <a:defRPr sz="16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228600" indent="-17145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•"/>
                <a:defRPr sz="16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400050" indent="-17145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‒"/>
                <a:defRPr sz="16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Courier New" pitchFamily="49" charset="0"/>
                <a:buChar char="o"/>
                <a:defRPr sz="16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857250" indent="-17145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▪"/>
                <a:defRPr sz="16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2000" b="1" dirty="0" smtClean="0">
                  <a:solidFill>
                    <a:schemeClr val="bg1"/>
                  </a:solidFill>
                  <a:latin typeface="+mj-lt"/>
                </a:rPr>
                <a:t>Our Presence</a:t>
              </a:r>
              <a:endParaRPr lang="en-US" sz="2000" b="1" dirty="0">
                <a:solidFill>
                  <a:schemeClr val="bg1"/>
                </a:solidFill>
                <a:latin typeface="+mj-lt"/>
              </a:endParaRPr>
            </a:p>
            <a:p>
              <a:pPr lvl="1" fontAlgn="auto">
                <a:spcAft>
                  <a:spcPts val="0"/>
                </a:spcAft>
                <a:defRPr/>
              </a:pPr>
              <a:r>
                <a:rPr lang="en-US" dirty="0" smtClean="0">
                  <a:solidFill>
                    <a:schemeClr val="bg1"/>
                  </a:solidFill>
                  <a:latin typeface="+mj-lt"/>
                </a:rPr>
                <a:t>Present in over 40 locations in 5 continents</a:t>
              </a:r>
            </a:p>
            <a:p>
              <a:pPr lvl="1" fontAlgn="auto">
                <a:spcAft>
                  <a:spcPts val="0"/>
                </a:spcAft>
                <a:defRPr/>
              </a:pPr>
              <a:r>
                <a:rPr lang="en-US" dirty="0" smtClean="0">
                  <a:solidFill>
                    <a:schemeClr val="bg1"/>
                  </a:solidFill>
                  <a:latin typeface="+mj-lt"/>
                </a:rPr>
                <a:t>Home to &gt;2,300 employees of &gt;60 nationalities </a:t>
              </a:r>
            </a:p>
            <a:p>
              <a:pPr fontAlgn="auto">
                <a:spcAft>
                  <a:spcPts val="0"/>
                </a:spcAft>
                <a:buFont typeface="Arial" pitchFamily="34" charset="0"/>
                <a:buChar char="•"/>
                <a:defRPr/>
              </a:pPr>
              <a:endParaRPr lang="en-US" sz="1200" dirty="0" smtClean="0">
                <a:solidFill>
                  <a:schemeClr val="bg1"/>
                </a:solidFill>
                <a:latin typeface="+mj-lt"/>
              </a:endParaRPr>
            </a:p>
            <a:p>
              <a:pPr fontAlgn="auto">
                <a:spcAft>
                  <a:spcPts val="0"/>
                </a:spcAft>
                <a:buFont typeface="Arial" pitchFamily="34" charset="0"/>
                <a:buChar char="•"/>
                <a:defRPr/>
              </a:pPr>
              <a:endParaRPr lang="en-US" sz="1200" dirty="0" smtClean="0">
                <a:solidFill>
                  <a:schemeClr val="bg1"/>
                </a:solidFill>
                <a:latin typeface="+mj-lt"/>
              </a:endParaRPr>
            </a:p>
            <a:p>
              <a:pPr fontAlgn="auto">
                <a:spcAft>
                  <a:spcPts val="0"/>
                </a:spcAft>
                <a:buFont typeface="Arial" pitchFamily="34" charset="0"/>
                <a:buChar char="•"/>
                <a:defRPr/>
              </a:pPr>
              <a:endParaRPr lang="en-US" sz="1200" b="1" dirty="0" smtClean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538506" y="2989518"/>
            <a:ext cx="3654149" cy="3451058"/>
            <a:chOff x="5712492" y="609600"/>
            <a:chExt cx="3654149" cy="3451058"/>
          </a:xfrm>
        </p:grpSpPr>
        <p:sp>
          <p:nvSpPr>
            <p:cNvPr id="25" name="Oval 24"/>
            <p:cNvSpPr/>
            <p:nvPr/>
          </p:nvSpPr>
          <p:spPr>
            <a:xfrm>
              <a:off x="5830421" y="609600"/>
              <a:ext cx="3418292" cy="3451058"/>
            </a:xfrm>
            <a:prstGeom prst="ellipse">
              <a:avLst/>
            </a:prstGeom>
            <a:solidFill>
              <a:srgbClr val="1FA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ontent Placeholder 2"/>
            <p:cNvSpPr txBox="1">
              <a:spLocks/>
            </p:cNvSpPr>
            <p:nvPr/>
          </p:nvSpPr>
          <p:spPr>
            <a:xfrm>
              <a:off x="5712492" y="960653"/>
              <a:ext cx="3654149" cy="2693610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rgbClr val="C5C5C5"/>
                  </a:solidFill>
                  <a:latin typeface="+mj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rgbClr val="C5C5C5"/>
                  </a:solidFill>
                  <a:latin typeface="+mj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rgbClr val="C5C5C5"/>
                  </a:solidFill>
                  <a:latin typeface="+mj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400" kern="1200">
                  <a:solidFill>
                    <a:srgbClr val="C5C5C5"/>
                  </a:solidFill>
                  <a:latin typeface="+mj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400" kern="1200">
                  <a:solidFill>
                    <a:srgbClr val="C5C5C5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US" b="1" dirty="0">
                  <a:solidFill>
                    <a:schemeClr val="bg1"/>
                  </a:solidFill>
                </a:rPr>
                <a:t>             </a:t>
              </a:r>
              <a:r>
                <a:rPr lang="en-US" sz="2000" b="1" dirty="0">
                  <a:solidFill>
                    <a:schemeClr val="bg1"/>
                  </a:solidFill>
                </a:rPr>
                <a:t>Our Partners</a:t>
              </a:r>
            </a:p>
            <a:p>
              <a:pPr lvl="1" fontAlgn="auto">
                <a:spcAft>
                  <a:spcPts val="0"/>
                </a:spcAft>
                <a:buFont typeface="Arial" pitchFamily="34" charset="0"/>
                <a:buChar char="•"/>
                <a:defRPr/>
              </a:pPr>
              <a:r>
                <a:rPr lang="en-US" dirty="0" smtClean="0">
                  <a:solidFill>
                    <a:schemeClr val="bg1"/>
                  </a:solidFill>
                </a:rPr>
                <a:t>140k direct accommodation partners</a:t>
              </a:r>
            </a:p>
            <a:p>
              <a:pPr lvl="1" fontAlgn="auto">
                <a:spcAft>
                  <a:spcPts val="0"/>
                </a:spcAft>
                <a:buFont typeface="Arial" pitchFamily="34" charset="0"/>
                <a:buChar char="•"/>
                <a:defRPr/>
              </a:pPr>
              <a:r>
                <a:rPr lang="en-US" dirty="0" smtClean="0">
                  <a:solidFill>
                    <a:schemeClr val="bg1"/>
                  </a:solidFill>
                </a:rPr>
                <a:t>&gt;600k additional accommodation  partners through shared inventory with sister cos</a:t>
              </a:r>
            </a:p>
            <a:p>
              <a:pPr lvl="1" fontAlgn="auto">
                <a:spcAft>
                  <a:spcPts val="0"/>
                </a:spcAft>
                <a:buFont typeface="Arial" pitchFamily="34" charset="0"/>
                <a:buChar char="•"/>
                <a:defRPr/>
              </a:pPr>
              <a:r>
                <a:rPr lang="en-US" dirty="0" smtClean="0">
                  <a:solidFill>
                    <a:schemeClr val="bg1"/>
                  </a:solidFill>
                </a:rPr>
                <a:t>Additional marketing partners e.g. airlines </a:t>
              </a:r>
              <a:br>
                <a:rPr lang="en-US" dirty="0" smtClean="0">
                  <a:solidFill>
                    <a:schemeClr val="bg1"/>
                  </a:solidFill>
                </a:rPr>
              </a:br>
              <a:r>
                <a:rPr lang="en-US" dirty="0" smtClean="0">
                  <a:solidFill>
                    <a:schemeClr val="bg1"/>
                  </a:solidFill>
                </a:rPr>
                <a:t>and banks</a:t>
              </a:r>
            </a:p>
            <a:p>
              <a:pPr lvl="2" fontAlgn="auto">
                <a:spcAft>
                  <a:spcPts val="0"/>
                </a:spcAft>
                <a:defRPr/>
              </a:pPr>
              <a:endParaRPr lang="en-US" b="1" dirty="0" smtClean="0">
                <a:solidFill>
                  <a:schemeClr val="bg1"/>
                </a:solidFill>
              </a:endParaRPr>
            </a:p>
            <a:p>
              <a:pPr lvl="2" fontAlgn="auto">
                <a:spcAft>
                  <a:spcPts val="0"/>
                </a:spcAft>
                <a:defRPr/>
              </a:pPr>
              <a:endParaRPr lang="en-US" sz="1200" b="1" dirty="0" smtClean="0">
                <a:solidFill>
                  <a:schemeClr val="bg1"/>
                </a:solidFill>
              </a:endParaRPr>
            </a:p>
            <a:p>
              <a:pPr fontAlgn="auto">
                <a:spcAft>
                  <a:spcPts val="0"/>
                </a:spcAft>
                <a:defRPr/>
              </a:pPr>
              <a:endParaRPr lang="en-US" sz="1200" b="1" dirty="0" smtClean="0">
                <a:solidFill>
                  <a:schemeClr val="bg1"/>
                </a:solidFill>
              </a:endParaRPr>
            </a:p>
            <a:p>
              <a:pPr marL="0" indent="0" fontAlgn="auto">
                <a:spcAft>
                  <a:spcPts val="0"/>
                </a:spcAft>
                <a:buFont typeface="Arial" pitchFamily="34" charset="0"/>
                <a:buNone/>
                <a:defRPr/>
              </a:pPr>
              <a:endParaRPr lang="en-US" sz="1200" b="1" dirty="0" smtClean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743072" y="860147"/>
            <a:ext cx="2990667" cy="2790908"/>
            <a:chOff x="5803896" y="3981976"/>
            <a:chExt cx="2641600" cy="2270137"/>
          </a:xfrm>
        </p:grpSpPr>
        <p:sp>
          <p:nvSpPr>
            <p:cNvPr id="30" name="Oval 29"/>
            <p:cNvSpPr/>
            <p:nvPr/>
          </p:nvSpPr>
          <p:spPr>
            <a:xfrm>
              <a:off x="5855917" y="3981976"/>
              <a:ext cx="2537560" cy="227013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5"/>
            <p:cNvSpPr>
              <a:spLocks noChangeArrowheads="1"/>
            </p:cNvSpPr>
            <p:nvPr/>
          </p:nvSpPr>
          <p:spPr bwMode="auto">
            <a:xfrm>
              <a:off x="5803896" y="4494368"/>
              <a:ext cx="2641600" cy="13581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sz="2000" b="1" dirty="0">
                  <a:solidFill>
                    <a:schemeClr val="bg1"/>
                  </a:solidFill>
                  <a:latin typeface="+mj-lt"/>
                </a:rPr>
                <a:t>     Our Customers</a:t>
              </a:r>
            </a:p>
            <a:p>
              <a:pPr marL="742950" lvl="1" indent="-285750">
                <a:spcBef>
                  <a:spcPts val="336"/>
                </a:spcBef>
                <a:buFont typeface="Arial" pitchFamily="34" charset="0"/>
                <a:buChar char="•"/>
              </a:pPr>
              <a:r>
                <a:rPr lang="en-US" sz="1600" dirty="0" smtClean="0">
                  <a:solidFill>
                    <a:schemeClr val="bg1"/>
                  </a:solidFill>
                  <a:latin typeface="+mj-lt"/>
                </a:rPr>
                <a:t>Over 4M unique visitors/day</a:t>
              </a:r>
              <a:endParaRPr lang="en-US" sz="1600" dirty="0">
                <a:solidFill>
                  <a:schemeClr val="bg1"/>
                </a:solidFill>
                <a:latin typeface="+mj-lt"/>
              </a:endParaRPr>
            </a:p>
            <a:p>
              <a:pPr marL="742950" lvl="1" indent="-285750">
                <a:buFont typeface="Arial" pitchFamily="34" charset="0"/>
                <a:buChar char="•"/>
              </a:pPr>
              <a:r>
                <a:rPr lang="en-US" sz="1600" dirty="0" smtClean="0">
                  <a:solidFill>
                    <a:schemeClr val="bg1"/>
                  </a:solidFill>
                  <a:latin typeface="+mj-lt"/>
                </a:rPr>
                <a:t>Over 21M registered Agoda members </a:t>
              </a:r>
            </a:p>
            <a:p>
              <a:endParaRPr lang="en-US" sz="14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832220" y="198610"/>
            <a:ext cx="2991152" cy="2790908"/>
            <a:chOff x="7293059" y="129986"/>
            <a:chExt cx="2991152" cy="2790908"/>
          </a:xfrm>
        </p:grpSpPr>
        <p:sp>
          <p:nvSpPr>
            <p:cNvPr id="34" name="Oval 33"/>
            <p:cNvSpPr/>
            <p:nvPr/>
          </p:nvSpPr>
          <p:spPr>
            <a:xfrm>
              <a:off x="7293059" y="129986"/>
              <a:ext cx="2872879" cy="279090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5" name="Rectangle 5"/>
            <p:cNvSpPr>
              <a:spLocks noChangeArrowheads="1"/>
            </p:cNvSpPr>
            <p:nvPr/>
          </p:nvSpPr>
          <p:spPr bwMode="auto">
            <a:xfrm>
              <a:off x="7293544" y="712639"/>
              <a:ext cx="2990667" cy="1669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sz="2000" b="1" dirty="0">
                  <a:solidFill>
                    <a:schemeClr val="bg1"/>
                  </a:solidFill>
                  <a:latin typeface="+mj-lt"/>
                </a:rPr>
                <a:t>     Our </a:t>
              </a:r>
              <a:r>
                <a:rPr lang="en-US" sz="2000" b="1" dirty="0" smtClean="0">
                  <a:solidFill>
                    <a:schemeClr val="bg1"/>
                  </a:solidFill>
                  <a:latin typeface="+mj-lt"/>
                </a:rPr>
                <a:t>Product</a:t>
              </a:r>
              <a:endParaRPr lang="en-US" sz="2000" b="1" dirty="0">
                <a:solidFill>
                  <a:schemeClr val="bg1"/>
                </a:solidFill>
                <a:latin typeface="+mj-lt"/>
              </a:endParaRPr>
            </a:p>
            <a:p>
              <a:pPr marL="742950" lvl="1" indent="-285750">
                <a:spcBef>
                  <a:spcPts val="336"/>
                </a:spcBef>
                <a:buFont typeface="Arial" pitchFamily="34" charset="0"/>
                <a:buChar char="•"/>
              </a:pPr>
              <a:r>
                <a:rPr lang="en-US" sz="1600" dirty="0" smtClean="0">
                  <a:solidFill>
                    <a:schemeClr val="bg1"/>
                  </a:solidFill>
                  <a:latin typeface="+mj-lt"/>
                </a:rPr>
                <a:t>Available via Website and Mobile Application for iOS and Android</a:t>
              </a:r>
            </a:p>
            <a:p>
              <a:endParaRPr lang="en-US" sz="1400" dirty="0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154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At Agoda …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19200" y="2438400"/>
            <a:ext cx="9372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“Our 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goal is to create the most customer centric hotel product on the </a:t>
            </a: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planet”</a:t>
            </a:r>
            <a:endParaRPr lang="en-US" sz="360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8470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Why is customer experience important?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1752601" y="1066800"/>
            <a:ext cx="8686798" cy="4725366"/>
            <a:chOff x="1524002" y="1034272"/>
            <a:chExt cx="8686798" cy="4725366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2" y="1034272"/>
              <a:ext cx="6334125" cy="30057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0" y="2215661"/>
              <a:ext cx="6245534" cy="27388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600" y="3200400"/>
              <a:ext cx="6553200" cy="2559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8306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What we do ?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429000" y="1371600"/>
            <a:ext cx="4794559" cy="4105276"/>
            <a:chOff x="3079751" y="1354137"/>
            <a:chExt cx="4794559" cy="4105276"/>
          </a:xfrm>
        </p:grpSpPr>
        <p:sp>
          <p:nvSpPr>
            <p:cNvPr id="4" name="Freeform 3"/>
            <p:cNvSpPr>
              <a:spLocks/>
            </p:cNvSpPr>
            <p:nvPr/>
          </p:nvSpPr>
          <p:spPr bwMode="blackWhite">
            <a:xfrm>
              <a:off x="3411537" y="1354137"/>
              <a:ext cx="3703638" cy="1739900"/>
            </a:xfrm>
            <a:custGeom>
              <a:avLst/>
              <a:gdLst>
                <a:gd name="T0" fmla="*/ 983 w 1553"/>
                <a:gd name="T1" fmla="*/ 584 h 753"/>
                <a:gd name="T2" fmla="*/ 1417 w 1553"/>
                <a:gd name="T3" fmla="*/ 541 h 753"/>
                <a:gd name="T4" fmla="*/ 1552 w 1553"/>
                <a:gd name="T5" fmla="*/ 150 h 753"/>
                <a:gd name="T6" fmla="*/ 1447 w 1553"/>
                <a:gd name="T7" fmla="*/ 227 h 753"/>
                <a:gd name="T8" fmla="*/ 1398 w 1553"/>
                <a:gd name="T9" fmla="*/ 186 h 753"/>
                <a:gd name="T10" fmla="*/ 1347 w 1553"/>
                <a:gd name="T11" fmla="*/ 149 h 753"/>
                <a:gd name="T12" fmla="*/ 1294 w 1553"/>
                <a:gd name="T13" fmla="*/ 116 h 753"/>
                <a:gd name="T14" fmla="*/ 1238 w 1553"/>
                <a:gd name="T15" fmla="*/ 87 h 753"/>
                <a:gd name="T16" fmla="*/ 1181 w 1553"/>
                <a:gd name="T17" fmla="*/ 61 h 753"/>
                <a:gd name="T18" fmla="*/ 1122 w 1553"/>
                <a:gd name="T19" fmla="*/ 41 h 753"/>
                <a:gd name="T20" fmla="*/ 1060 w 1553"/>
                <a:gd name="T21" fmla="*/ 23 h 753"/>
                <a:gd name="T22" fmla="*/ 999 w 1553"/>
                <a:gd name="T23" fmla="*/ 12 h 753"/>
                <a:gd name="T24" fmla="*/ 936 w 1553"/>
                <a:gd name="T25" fmla="*/ 4 h 753"/>
                <a:gd name="T26" fmla="*/ 873 w 1553"/>
                <a:gd name="T27" fmla="*/ 0 h 753"/>
                <a:gd name="T28" fmla="*/ 810 w 1553"/>
                <a:gd name="T29" fmla="*/ 2 h 753"/>
                <a:gd name="T30" fmla="*/ 748 w 1553"/>
                <a:gd name="T31" fmla="*/ 8 h 753"/>
                <a:gd name="T32" fmla="*/ 685 w 1553"/>
                <a:gd name="T33" fmla="*/ 19 h 753"/>
                <a:gd name="T34" fmla="*/ 624 w 1553"/>
                <a:gd name="T35" fmla="*/ 34 h 753"/>
                <a:gd name="T36" fmla="*/ 564 w 1553"/>
                <a:gd name="T37" fmla="*/ 53 h 753"/>
                <a:gd name="T38" fmla="*/ 506 w 1553"/>
                <a:gd name="T39" fmla="*/ 76 h 753"/>
                <a:gd name="T40" fmla="*/ 449 w 1553"/>
                <a:gd name="T41" fmla="*/ 104 h 753"/>
                <a:gd name="T42" fmla="*/ 395 w 1553"/>
                <a:gd name="T43" fmla="*/ 137 h 753"/>
                <a:gd name="T44" fmla="*/ 342 w 1553"/>
                <a:gd name="T45" fmla="*/ 172 h 753"/>
                <a:gd name="T46" fmla="*/ 294 w 1553"/>
                <a:gd name="T47" fmla="*/ 212 h 753"/>
                <a:gd name="T48" fmla="*/ 248 w 1553"/>
                <a:gd name="T49" fmla="*/ 254 h 753"/>
                <a:gd name="T50" fmla="*/ 205 w 1553"/>
                <a:gd name="T51" fmla="*/ 301 h 753"/>
                <a:gd name="T52" fmla="*/ 165 w 1553"/>
                <a:gd name="T53" fmla="*/ 350 h 753"/>
                <a:gd name="T54" fmla="*/ 130 w 1553"/>
                <a:gd name="T55" fmla="*/ 401 h 753"/>
                <a:gd name="T56" fmla="*/ 98 w 1553"/>
                <a:gd name="T57" fmla="*/ 456 h 753"/>
                <a:gd name="T58" fmla="*/ 71 w 1553"/>
                <a:gd name="T59" fmla="*/ 512 h 753"/>
                <a:gd name="T60" fmla="*/ 46 w 1553"/>
                <a:gd name="T61" fmla="*/ 570 h 753"/>
                <a:gd name="T62" fmla="*/ 27 w 1553"/>
                <a:gd name="T63" fmla="*/ 631 h 753"/>
                <a:gd name="T64" fmla="*/ 11 w 1553"/>
                <a:gd name="T65" fmla="*/ 692 h 753"/>
                <a:gd name="T66" fmla="*/ 0 w 1553"/>
                <a:gd name="T67" fmla="*/ 752 h 753"/>
                <a:gd name="T68" fmla="*/ 222 w 1553"/>
                <a:gd name="T69" fmla="*/ 608 h 753"/>
                <a:gd name="T70" fmla="*/ 440 w 1553"/>
                <a:gd name="T71" fmla="*/ 749 h 753"/>
                <a:gd name="T72" fmla="*/ 455 w 1553"/>
                <a:gd name="T73" fmla="*/ 710 h 753"/>
                <a:gd name="T74" fmla="*/ 474 w 1553"/>
                <a:gd name="T75" fmla="*/ 670 h 753"/>
                <a:gd name="T76" fmla="*/ 498 w 1553"/>
                <a:gd name="T77" fmla="*/ 632 h 753"/>
                <a:gd name="T78" fmla="*/ 525 w 1553"/>
                <a:gd name="T79" fmla="*/ 596 h 753"/>
                <a:gd name="T80" fmla="*/ 556 w 1553"/>
                <a:gd name="T81" fmla="*/ 563 h 753"/>
                <a:gd name="T82" fmla="*/ 589 w 1553"/>
                <a:gd name="T83" fmla="*/ 533 h 753"/>
                <a:gd name="T84" fmla="*/ 626 w 1553"/>
                <a:gd name="T85" fmla="*/ 507 h 753"/>
                <a:gd name="T86" fmla="*/ 665 w 1553"/>
                <a:gd name="T87" fmla="*/ 485 h 753"/>
                <a:gd name="T88" fmla="*/ 706 w 1553"/>
                <a:gd name="T89" fmla="*/ 467 h 753"/>
                <a:gd name="T90" fmla="*/ 749 w 1553"/>
                <a:gd name="T91" fmla="*/ 453 h 753"/>
                <a:gd name="T92" fmla="*/ 793 w 1553"/>
                <a:gd name="T93" fmla="*/ 443 h 753"/>
                <a:gd name="T94" fmla="*/ 837 w 1553"/>
                <a:gd name="T95" fmla="*/ 438 h 753"/>
                <a:gd name="T96" fmla="*/ 882 w 1553"/>
                <a:gd name="T97" fmla="*/ 438 h 753"/>
                <a:gd name="T98" fmla="*/ 927 w 1553"/>
                <a:gd name="T99" fmla="*/ 442 h 753"/>
                <a:gd name="T100" fmla="*/ 971 w 1553"/>
                <a:gd name="T101" fmla="*/ 450 h 753"/>
                <a:gd name="T102" fmla="*/ 1014 w 1553"/>
                <a:gd name="T103" fmla="*/ 464 h 753"/>
                <a:gd name="T104" fmla="*/ 1055 w 1553"/>
                <a:gd name="T105" fmla="*/ 480 h 753"/>
                <a:gd name="T106" fmla="*/ 1095 w 1553"/>
                <a:gd name="T107" fmla="*/ 502 h 753"/>
                <a:gd name="T108" fmla="*/ 983 w 1553"/>
                <a:gd name="T109" fmla="*/ 584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553" h="753">
                  <a:moveTo>
                    <a:pt x="983" y="584"/>
                  </a:moveTo>
                  <a:lnTo>
                    <a:pt x="1417" y="541"/>
                  </a:lnTo>
                  <a:lnTo>
                    <a:pt x="1552" y="150"/>
                  </a:lnTo>
                  <a:lnTo>
                    <a:pt x="1447" y="227"/>
                  </a:lnTo>
                  <a:lnTo>
                    <a:pt x="1398" y="186"/>
                  </a:lnTo>
                  <a:lnTo>
                    <a:pt x="1347" y="149"/>
                  </a:lnTo>
                  <a:lnTo>
                    <a:pt x="1294" y="116"/>
                  </a:lnTo>
                  <a:lnTo>
                    <a:pt x="1238" y="87"/>
                  </a:lnTo>
                  <a:lnTo>
                    <a:pt x="1181" y="61"/>
                  </a:lnTo>
                  <a:lnTo>
                    <a:pt x="1122" y="41"/>
                  </a:lnTo>
                  <a:lnTo>
                    <a:pt x="1060" y="23"/>
                  </a:lnTo>
                  <a:lnTo>
                    <a:pt x="999" y="12"/>
                  </a:lnTo>
                  <a:lnTo>
                    <a:pt x="936" y="4"/>
                  </a:lnTo>
                  <a:lnTo>
                    <a:pt x="873" y="0"/>
                  </a:lnTo>
                  <a:lnTo>
                    <a:pt x="810" y="2"/>
                  </a:lnTo>
                  <a:lnTo>
                    <a:pt x="748" y="8"/>
                  </a:lnTo>
                  <a:lnTo>
                    <a:pt x="685" y="19"/>
                  </a:lnTo>
                  <a:lnTo>
                    <a:pt x="624" y="34"/>
                  </a:lnTo>
                  <a:lnTo>
                    <a:pt x="564" y="53"/>
                  </a:lnTo>
                  <a:lnTo>
                    <a:pt x="506" y="76"/>
                  </a:lnTo>
                  <a:lnTo>
                    <a:pt x="449" y="104"/>
                  </a:lnTo>
                  <a:lnTo>
                    <a:pt x="395" y="137"/>
                  </a:lnTo>
                  <a:lnTo>
                    <a:pt x="342" y="172"/>
                  </a:lnTo>
                  <a:lnTo>
                    <a:pt x="294" y="212"/>
                  </a:lnTo>
                  <a:lnTo>
                    <a:pt x="248" y="254"/>
                  </a:lnTo>
                  <a:lnTo>
                    <a:pt x="205" y="301"/>
                  </a:lnTo>
                  <a:lnTo>
                    <a:pt x="165" y="350"/>
                  </a:lnTo>
                  <a:lnTo>
                    <a:pt x="130" y="401"/>
                  </a:lnTo>
                  <a:lnTo>
                    <a:pt x="98" y="456"/>
                  </a:lnTo>
                  <a:lnTo>
                    <a:pt x="71" y="512"/>
                  </a:lnTo>
                  <a:lnTo>
                    <a:pt x="46" y="570"/>
                  </a:lnTo>
                  <a:lnTo>
                    <a:pt x="27" y="631"/>
                  </a:lnTo>
                  <a:lnTo>
                    <a:pt x="11" y="692"/>
                  </a:lnTo>
                  <a:lnTo>
                    <a:pt x="0" y="752"/>
                  </a:lnTo>
                  <a:lnTo>
                    <a:pt x="222" y="608"/>
                  </a:lnTo>
                  <a:lnTo>
                    <a:pt x="440" y="749"/>
                  </a:lnTo>
                  <a:lnTo>
                    <a:pt x="455" y="710"/>
                  </a:lnTo>
                  <a:lnTo>
                    <a:pt x="474" y="670"/>
                  </a:lnTo>
                  <a:lnTo>
                    <a:pt x="498" y="632"/>
                  </a:lnTo>
                  <a:lnTo>
                    <a:pt x="525" y="596"/>
                  </a:lnTo>
                  <a:lnTo>
                    <a:pt x="556" y="563"/>
                  </a:lnTo>
                  <a:lnTo>
                    <a:pt x="589" y="533"/>
                  </a:lnTo>
                  <a:lnTo>
                    <a:pt x="626" y="507"/>
                  </a:lnTo>
                  <a:lnTo>
                    <a:pt x="665" y="485"/>
                  </a:lnTo>
                  <a:lnTo>
                    <a:pt x="706" y="467"/>
                  </a:lnTo>
                  <a:lnTo>
                    <a:pt x="749" y="453"/>
                  </a:lnTo>
                  <a:lnTo>
                    <a:pt x="793" y="443"/>
                  </a:lnTo>
                  <a:lnTo>
                    <a:pt x="837" y="438"/>
                  </a:lnTo>
                  <a:lnTo>
                    <a:pt x="882" y="438"/>
                  </a:lnTo>
                  <a:lnTo>
                    <a:pt x="927" y="442"/>
                  </a:lnTo>
                  <a:lnTo>
                    <a:pt x="971" y="450"/>
                  </a:lnTo>
                  <a:lnTo>
                    <a:pt x="1014" y="464"/>
                  </a:lnTo>
                  <a:lnTo>
                    <a:pt x="1055" y="480"/>
                  </a:lnTo>
                  <a:lnTo>
                    <a:pt x="1095" y="502"/>
                  </a:lnTo>
                  <a:lnTo>
                    <a:pt x="983" y="584"/>
                  </a:lnTo>
                </a:path>
              </a:pathLst>
            </a:custGeom>
            <a:solidFill>
              <a:schemeClr val="accent6"/>
            </a:solidFill>
            <a:ln w="12700" cap="rnd" cmpd="sng">
              <a:noFill/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blackWhite">
            <a:xfrm>
              <a:off x="3079751" y="2889249"/>
              <a:ext cx="2911475" cy="2471738"/>
            </a:xfrm>
            <a:custGeom>
              <a:avLst/>
              <a:gdLst>
                <a:gd name="T0" fmla="*/ 1220 w 1221"/>
                <a:gd name="T1" fmla="*/ 1042 h 1071"/>
                <a:gd name="T2" fmla="*/ 1002 w 1221"/>
                <a:gd name="T3" fmla="*/ 847 h 1071"/>
                <a:gd name="T4" fmla="*/ 1081 w 1221"/>
                <a:gd name="T5" fmla="*/ 630 h 1071"/>
                <a:gd name="T6" fmla="*/ 1038 w 1221"/>
                <a:gd name="T7" fmla="*/ 635 h 1071"/>
                <a:gd name="T8" fmla="*/ 994 w 1221"/>
                <a:gd name="T9" fmla="*/ 636 h 1071"/>
                <a:gd name="T10" fmla="*/ 950 w 1221"/>
                <a:gd name="T11" fmla="*/ 634 h 1071"/>
                <a:gd name="T12" fmla="*/ 906 w 1221"/>
                <a:gd name="T13" fmla="*/ 626 h 1071"/>
                <a:gd name="T14" fmla="*/ 865 w 1221"/>
                <a:gd name="T15" fmla="*/ 614 h 1071"/>
                <a:gd name="T16" fmla="*/ 823 w 1221"/>
                <a:gd name="T17" fmla="*/ 599 h 1071"/>
                <a:gd name="T18" fmla="*/ 784 w 1221"/>
                <a:gd name="T19" fmla="*/ 579 h 1071"/>
                <a:gd name="T20" fmla="*/ 747 w 1221"/>
                <a:gd name="T21" fmla="*/ 556 h 1071"/>
                <a:gd name="T22" fmla="*/ 713 w 1221"/>
                <a:gd name="T23" fmla="*/ 528 h 1071"/>
                <a:gd name="T24" fmla="*/ 682 w 1221"/>
                <a:gd name="T25" fmla="*/ 496 h 1071"/>
                <a:gd name="T26" fmla="*/ 653 w 1221"/>
                <a:gd name="T27" fmla="*/ 463 h 1071"/>
                <a:gd name="T28" fmla="*/ 629 w 1221"/>
                <a:gd name="T29" fmla="*/ 427 h 1071"/>
                <a:gd name="T30" fmla="*/ 609 w 1221"/>
                <a:gd name="T31" fmla="*/ 390 h 1071"/>
                <a:gd name="T32" fmla="*/ 594 w 1221"/>
                <a:gd name="T33" fmla="*/ 352 h 1071"/>
                <a:gd name="T34" fmla="*/ 581 w 1221"/>
                <a:gd name="T35" fmla="*/ 314 h 1071"/>
                <a:gd name="T36" fmla="*/ 573 w 1221"/>
                <a:gd name="T37" fmla="*/ 273 h 1071"/>
                <a:gd name="T38" fmla="*/ 568 w 1221"/>
                <a:gd name="T39" fmla="*/ 232 h 1071"/>
                <a:gd name="T40" fmla="*/ 712 w 1221"/>
                <a:gd name="T41" fmla="*/ 232 h 1071"/>
                <a:gd name="T42" fmla="*/ 368 w 1221"/>
                <a:gd name="T43" fmla="*/ 0 h 1071"/>
                <a:gd name="T44" fmla="*/ 0 w 1221"/>
                <a:gd name="T45" fmla="*/ 235 h 1071"/>
                <a:gd name="T46" fmla="*/ 134 w 1221"/>
                <a:gd name="T47" fmla="*/ 234 h 1071"/>
                <a:gd name="T48" fmla="*/ 139 w 1221"/>
                <a:gd name="T49" fmla="*/ 296 h 1071"/>
                <a:gd name="T50" fmla="*/ 148 w 1221"/>
                <a:gd name="T51" fmla="*/ 358 h 1071"/>
                <a:gd name="T52" fmla="*/ 161 w 1221"/>
                <a:gd name="T53" fmla="*/ 419 h 1071"/>
                <a:gd name="T54" fmla="*/ 178 w 1221"/>
                <a:gd name="T55" fmla="*/ 479 h 1071"/>
                <a:gd name="T56" fmla="*/ 200 w 1221"/>
                <a:gd name="T57" fmla="*/ 538 h 1071"/>
                <a:gd name="T58" fmla="*/ 227 w 1221"/>
                <a:gd name="T59" fmla="*/ 595 h 1071"/>
                <a:gd name="T60" fmla="*/ 257 w 1221"/>
                <a:gd name="T61" fmla="*/ 650 h 1071"/>
                <a:gd name="T62" fmla="*/ 291 w 1221"/>
                <a:gd name="T63" fmla="*/ 702 h 1071"/>
                <a:gd name="T64" fmla="*/ 328 w 1221"/>
                <a:gd name="T65" fmla="*/ 751 h 1071"/>
                <a:gd name="T66" fmla="*/ 369 w 1221"/>
                <a:gd name="T67" fmla="*/ 797 h 1071"/>
                <a:gd name="T68" fmla="*/ 413 w 1221"/>
                <a:gd name="T69" fmla="*/ 841 h 1071"/>
                <a:gd name="T70" fmla="*/ 459 w 1221"/>
                <a:gd name="T71" fmla="*/ 882 h 1071"/>
                <a:gd name="T72" fmla="*/ 509 w 1221"/>
                <a:gd name="T73" fmla="*/ 919 h 1071"/>
                <a:gd name="T74" fmla="*/ 562 w 1221"/>
                <a:gd name="T75" fmla="*/ 951 h 1071"/>
                <a:gd name="T76" fmla="*/ 617 w 1221"/>
                <a:gd name="T77" fmla="*/ 981 h 1071"/>
                <a:gd name="T78" fmla="*/ 673 w 1221"/>
                <a:gd name="T79" fmla="*/ 1007 h 1071"/>
                <a:gd name="T80" fmla="*/ 732 w 1221"/>
                <a:gd name="T81" fmla="*/ 1027 h 1071"/>
                <a:gd name="T82" fmla="*/ 791 w 1221"/>
                <a:gd name="T83" fmla="*/ 1045 h 1071"/>
                <a:gd name="T84" fmla="*/ 852 w 1221"/>
                <a:gd name="T85" fmla="*/ 1057 h 1071"/>
                <a:gd name="T86" fmla="*/ 913 w 1221"/>
                <a:gd name="T87" fmla="*/ 1067 h 1071"/>
                <a:gd name="T88" fmla="*/ 975 w 1221"/>
                <a:gd name="T89" fmla="*/ 1070 h 1071"/>
                <a:gd name="T90" fmla="*/ 1037 w 1221"/>
                <a:gd name="T91" fmla="*/ 1070 h 1071"/>
                <a:gd name="T92" fmla="*/ 1098 w 1221"/>
                <a:gd name="T93" fmla="*/ 1066 h 1071"/>
                <a:gd name="T94" fmla="*/ 1160 w 1221"/>
                <a:gd name="T95" fmla="*/ 1056 h 1071"/>
                <a:gd name="T96" fmla="*/ 1220 w 1221"/>
                <a:gd name="T97" fmla="*/ 1042 h 1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1" h="1071">
                  <a:moveTo>
                    <a:pt x="1220" y="1042"/>
                  </a:moveTo>
                  <a:lnTo>
                    <a:pt x="1002" y="847"/>
                  </a:lnTo>
                  <a:lnTo>
                    <a:pt x="1081" y="630"/>
                  </a:lnTo>
                  <a:lnTo>
                    <a:pt x="1038" y="635"/>
                  </a:lnTo>
                  <a:lnTo>
                    <a:pt x="994" y="636"/>
                  </a:lnTo>
                  <a:lnTo>
                    <a:pt x="950" y="634"/>
                  </a:lnTo>
                  <a:lnTo>
                    <a:pt x="906" y="626"/>
                  </a:lnTo>
                  <a:lnTo>
                    <a:pt x="865" y="614"/>
                  </a:lnTo>
                  <a:lnTo>
                    <a:pt x="823" y="599"/>
                  </a:lnTo>
                  <a:lnTo>
                    <a:pt x="784" y="579"/>
                  </a:lnTo>
                  <a:lnTo>
                    <a:pt x="747" y="556"/>
                  </a:lnTo>
                  <a:lnTo>
                    <a:pt x="713" y="528"/>
                  </a:lnTo>
                  <a:lnTo>
                    <a:pt x="682" y="496"/>
                  </a:lnTo>
                  <a:lnTo>
                    <a:pt x="653" y="463"/>
                  </a:lnTo>
                  <a:lnTo>
                    <a:pt x="629" y="427"/>
                  </a:lnTo>
                  <a:lnTo>
                    <a:pt x="609" y="390"/>
                  </a:lnTo>
                  <a:lnTo>
                    <a:pt x="594" y="352"/>
                  </a:lnTo>
                  <a:lnTo>
                    <a:pt x="581" y="314"/>
                  </a:lnTo>
                  <a:lnTo>
                    <a:pt x="573" y="273"/>
                  </a:lnTo>
                  <a:lnTo>
                    <a:pt x="568" y="232"/>
                  </a:lnTo>
                  <a:lnTo>
                    <a:pt x="712" y="232"/>
                  </a:lnTo>
                  <a:lnTo>
                    <a:pt x="368" y="0"/>
                  </a:lnTo>
                  <a:lnTo>
                    <a:pt x="0" y="235"/>
                  </a:lnTo>
                  <a:lnTo>
                    <a:pt x="134" y="234"/>
                  </a:lnTo>
                  <a:lnTo>
                    <a:pt x="139" y="296"/>
                  </a:lnTo>
                  <a:lnTo>
                    <a:pt x="148" y="358"/>
                  </a:lnTo>
                  <a:lnTo>
                    <a:pt x="161" y="419"/>
                  </a:lnTo>
                  <a:lnTo>
                    <a:pt x="178" y="479"/>
                  </a:lnTo>
                  <a:lnTo>
                    <a:pt x="200" y="538"/>
                  </a:lnTo>
                  <a:lnTo>
                    <a:pt x="227" y="595"/>
                  </a:lnTo>
                  <a:lnTo>
                    <a:pt x="257" y="650"/>
                  </a:lnTo>
                  <a:lnTo>
                    <a:pt x="291" y="702"/>
                  </a:lnTo>
                  <a:lnTo>
                    <a:pt x="328" y="751"/>
                  </a:lnTo>
                  <a:lnTo>
                    <a:pt x="369" y="797"/>
                  </a:lnTo>
                  <a:lnTo>
                    <a:pt x="413" y="841"/>
                  </a:lnTo>
                  <a:lnTo>
                    <a:pt x="459" y="882"/>
                  </a:lnTo>
                  <a:lnTo>
                    <a:pt x="509" y="919"/>
                  </a:lnTo>
                  <a:lnTo>
                    <a:pt x="562" y="951"/>
                  </a:lnTo>
                  <a:lnTo>
                    <a:pt x="617" y="981"/>
                  </a:lnTo>
                  <a:lnTo>
                    <a:pt x="673" y="1007"/>
                  </a:lnTo>
                  <a:lnTo>
                    <a:pt x="732" y="1027"/>
                  </a:lnTo>
                  <a:lnTo>
                    <a:pt x="791" y="1045"/>
                  </a:lnTo>
                  <a:lnTo>
                    <a:pt x="852" y="1057"/>
                  </a:lnTo>
                  <a:lnTo>
                    <a:pt x="913" y="1067"/>
                  </a:lnTo>
                  <a:lnTo>
                    <a:pt x="975" y="1070"/>
                  </a:lnTo>
                  <a:lnTo>
                    <a:pt x="1037" y="1070"/>
                  </a:lnTo>
                  <a:lnTo>
                    <a:pt x="1098" y="1066"/>
                  </a:lnTo>
                  <a:lnTo>
                    <a:pt x="1160" y="1056"/>
                  </a:lnTo>
                  <a:lnTo>
                    <a:pt x="1220" y="1042"/>
                  </a:lnTo>
                </a:path>
              </a:pathLst>
            </a:custGeom>
            <a:solidFill>
              <a:schemeClr val="accent6"/>
            </a:solidFill>
            <a:ln w="12700" cap="rnd" cmpd="sng">
              <a:noFill/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blackWhite">
            <a:xfrm>
              <a:off x="5638800" y="2133600"/>
              <a:ext cx="1890712" cy="3325813"/>
            </a:xfrm>
            <a:custGeom>
              <a:avLst/>
              <a:gdLst>
                <a:gd name="T0" fmla="*/ 286 w 793"/>
                <a:gd name="T1" fmla="*/ 1316 h 1440"/>
                <a:gd name="T2" fmla="*/ 340 w 793"/>
                <a:gd name="T3" fmla="*/ 1290 h 1440"/>
                <a:gd name="T4" fmla="*/ 392 w 793"/>
                <a:gd name="T5" fmla="*/ 1260 h 1440"/>
                <a:gd name="T6" fmla="*/ 442 w 793"/>
                <a:gd name="T7" fmla="*/ 1225 h 1440"/>
                <a:gd name="T8" fmla="*/ 490 w 793"/>
                <a:gd name="T9" fmla="*/ 1187 h 1440"/>
                <a:gd name="T10" fmla="*/ 535 w 793"/>
                <a:gd name="T11" fmla="*/ 1146 h 1440"/>
                <a:gd name="T12" fmla="*/ 576 w 793"/>
                <a:gd name="T13" fmla="*/ 1102 h 1440"/>
                <a:gd name="T14" fmla="*/ 616 w 793"/>
                <a:gd name="T15" fmla="*/ 1055 h 1440"/>
                <a:gd name="T16" fmla="*/ 650 w 793"/>
                <a:gd name="T17" fmla="*/ 1005 h 1440"/>
                <a:gd name="T18" fmla="*/ 682 w 793"/>
                <a:gd name="T19" fmla="*/ 953 h 1440"/>
                <a:gd name="T20" fmla="*/ 709 w 793"/>
                <a:gd name="T21" fmla="*/ 900 h 1440"/>
                <a:gd name="T22" fmla="*/ 734 w 793"/>
                <a:gd name="T23" fmla="*/ 844 h 1440"/>
                <a:gd name="T24" fmla="*/ 753 w 793"/>
                <a:gd name="T25" fmla="*/ 786 h 1440"/>
                <a:gd name="T26" fmla="*/ 770 w 793"/>
                <a:gd name="T27" fmla="*/ 727 h 1440"/>
                <a:gd name="T28" fmla="*/ 781 w 793"/>
                <a:gd name="T29" fmla="*/ 668 h 1440"/>
                <a:gd name="T30" fmla="*/ 789 w 793"/>
                <a:gd name="T31" fmla="*/ 608 h 1440"/>
                <a:gd name="T32" fmla="*/ 792 w 793"/>
                <a:gd name="T33" fmla="*/ 547 h 1440"/>
                <a:gd name="T34" fmla="*/ 790 w 793"/>
                <a:gd name="T35" fmla="*/ 487 h 1440"/>
                <a:gd name="T36" fmla="*/ 786 w 793"/>
                <a:gd name="T37" fmla="*/ 427 h 1440"/>
                <a:gd name="T38" fmla="*/ 775 w 793"/>
                <a:gd name="T39" fmla="*/ 367 h 1440"/>
                <a:gd name="T40" fmla="*/ 762 w 793"/>
                <a:gd name="T41" fmla="*/ 308 h 1440"/>
                <a:gd name="T42" fmla="*/ 744 w 793"/>
                <a:gd name="T43" fmla="*/ 249 h 1440"/>
                <a:gd name="T44" fmla="*/ 722 w 793"/>
                <a:gd name="T45" fmla="*/ 193 h 1440"/>
                <a:gd name="T46" fmla="*/ 697 w 793"/>
                <a:gd name="T47" fmla="*/ 137 h 1440"/>
                <a:gd name="T48" fmla="*/ 667 w 793"/>
                <a:gd name="T49" fmla="*/ 84 h 1440"/>
                <a:gd name="T50" fmla="*/ 639 w 793"/>
                <a:gd name="T51" fmla="*/ 41 h 1440"/>
                <a:gd name="T52" fmla="*/ 609 w 793"/>
                <a:gd name="T53" fmla="*/ 0 h 1440"/>
                <a:gd name="T54" fmla="*/ 521 w 793"/>
                <a:gd name="T55" fmla="*/ 247 h 1440"/>
                <a:gd name="T56" fmla="*/ 277 w 793"/>
                <a:gd name="T57" fmla="*/ 280 h 1440"/>
                <a:gd name="T58" fmla="*/ 294 w 793"/>
                <a:gd name="T59" fmla="*/ 308 h 1440"/>
                <a:gd name="T60" fmla="*/ 316 w 793"/>
                <a:gd name="T61" fmla="*/ 347 h 1440"/>
                <a:gd name="T62" fmla="*/ 332 w 793"/>
                <a:gd name="T63" fmla="*/ 389 h 1440"/>
                <a:gd name="T64" fmla="*/ 345 w 793"/>
                <a:gd name="T65" fmla="*/ 431 h 1440"/>
                <a:gd name="T66" fmla="*/ 353 w 793"/>
                <a:gd name="T67" fmla="*/ 475 h 1440"/>
                <a:gd name="T68" fmla="*/ 357 w 793"/>
                <a:gd name="T69" fmla="*/ 519 h 1440"/>
                <a:gd name="T70" fmla="*/ 355 w 793"/>
                <a:gd name="T71" fmla="*/ 564 h 1440"/>
                <a:gd name="T72" fmla="*/ 350 w 793"/>
                <a:gd name="T73" fmla="*/ 608 h 1440"/>
                <a:gd name="T74" fmla="*/ 339 w 793"/>
                <a:gd name="T75" fmla="*/ 652 h 1440"/>
                <a:gd name="T76" fmla="*/ 325 w 793"/>
                <a:gd name="T77" fmla="*/ 694 h 1440"/>
                <a:gd name="T78" fmla="*/ 306 w 793"/>
                <a:gd name="T79" fmla="*/ 734 h 1440"/>
                <a:gd name="T80" fmla="*/ 284 w 793"/>
                <a:gd name="T81" fmla="*/ 772 h 1440"/>
                <a:gd name="T82" fmla="*/ 257 w 793"/>
                <a:gd name="T83" fmla="*/ 808 h 1440"/>
                <a:gd name="T84" fmla="*/ 227 w 793"/>
                <a:gd name="T85" fmla="*/ 841 h 1440"/>
                <a:gd name="T86" fmla="*/ 193 w 793"/>
                <a:gd name="T87" fmla="*/ 871 h 1440"/>
                <a:gd name="T88" fmla="*/ 156 w 793"/>
                <a:gd name="T89" fmla="*/ 896 h 1440"/>
                <a:gd name="T90" fmla="*/ 113 w 793"/>
                <a:gd name="T91" fmla="*/ 761 h 1440"/>
                <a:gd name="T92" fmla="*/ 0 w 793"/>
                <a:gd name="T93" fmla="*/ 1169 h 1440"/>
                <a:gd name="T94" fmla="*/ 321 w 793"/>
                <a:gd name="T95" fmla="*/ 1439 h 1440"/>
                <a:gd name="T96" fmla="*/ 286 w 793"/>
                <a:gd name="T97" fmla="*/ 1316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93" h="1440">
                  <a:moveTo>
                    <a:pt x="286" y="1316"/>
                  </a:moveTo>
                  <a:lnTo>
                    <a:pt x="340" y="1290"/>
                  </a:lnTo>
                  <a:lnTo>
                    <a:pt x="392" y="1260"/>
                  </a:lnTo>
                  <a:lnTo>
                    <a:pt x="442" y="1225"/>
                  </a:lnTo>
                  <a:lnTo>
                    <a:pt x="490" y="1187"/>
                  </a:lnTo>
                  <a:lnTo>
                    <a:pt x="535" y="1146"/>
                  </a:lnTo>
                  <a:lnTo>
                    <a:pt x="576" y="1102"/>
                  </a:lnTo>
                  <a:lnTo>
                    <a:pt x="616" y="1055"/>
                  </a:lnTo>
                  <a:lnTo>
                    <a:pt x="650" y="1005"/>
                  </a:lnTo>
                  <a:lnTo>
                    <a:pt x="682" y="953"/>
                  </a:lnTo>
                  <a:lnTo>
                    <a:pt x="709" y="900"/>
                  </a:lnTo>
                  <a:lnTo>
                    <a:pt x="734" y="844"/>
                  </a:lnTo>
                  <a:lnTo>
                    <a:pt x="753" y="786"/>
                  </a:lnTo>
                  <a:lnTo>
                    <a:pt x="770" y="727"/>
                  </a:lnTo>
                  <a:lnTo>
                    <a:pt x="781" y="668"/>
                  </a:lnTo>
                  <a:lnTo>
                    <a:pt x="789" y="608"/>
                  </a:lnTo>
                  <a:lnTo>
                    <a:pt x="792" y="547"/>
                  </a:lnTo>
                  <a:lnTo>
                    <a:pt x="790" y="487"/>
                  </a:lnTo>
                  <a:lnTo>
                    <a:pt x="786" y="427"/>
                  </a:lnTo>
                  <a:lnTo>
                    <a:pt x="775" y="367"/>
                  </a:lnTo>
                  <a:lnTo>
                    <a:pt x="762" y="308"/>
                  </a:lnTo>
                  <a:lnTo>
                    <a:pt x="744" y="249"/>
                  </a:lnTo>
                  <a:lnTo>
                    <a:pt x="722" y="193"/>
                  </a:lnTo>
                  <a:lnTo>
                    <a:pt x="697" y="137"/>
                  </a:lnTo>
                  <a:lnTo>
                    <a:pt x="667" y="84"/>
                  </a:lnTo>
                  <a:lnTo>
                    <a:pt x="639" y="41"/>
                  </a:lnTo>
                  <a:lnTo>
                    <a:pt x="609" y="0"/>
                  </a:lnTo>
                  <a:lnTo>
                    <a:pt x="521" y="247"/>
                  </a:lnTo>
                  <a:lnTo>
                    <a:pt x="277" y="280"/>
                  </a:lnTo>
                  <a:lnTo>
                    <a:pt x="294" y="308"/>
                  </a:lnTo>
                  <a:lnTo>
                    <a:pt x="316" y="347"/>
                  </a:lnTo>
                  <a:lnTo>
                    <a:pt x="332" y="389"/>
                  </a:lnTo>
                  <a:lnTo>
                    <a:pt x="345" y="431"/>
                  </a:lnTo>
                  <a:lnTo>
                    <a:pt x="353" y="475"/>
                  </a:lnTo>
                  <a:lnTo>
                    <a:pt x="357" y="519"/>
                  </a:lnTo>
                  <a:lnTo>
                    <a:pt x="355" y="564"/>
                  </a:lnTo>
                  <a:lnTo>
                    <a:pt x="350" y="608"/>
                  </a:lnTo>
                  <a:lnTo>
                    <a:pt x="339" y="652"/>
                  </a:lnTo>
                  <a:lnTo>
                    <a:pt x="325" y="694"/>
                  </a:lnTo>
                  <a:lnTo>
                    <a:pt x="306" y="734"/>
                  </a:lnTo>
                  <a:lnTo>
                    <a:pt x="284" y="772"/>
                  </a:lnTo>
                  <a:lnTo>
                    <a:pt x="257" y="808"/>
                  </a:lnTo>
                  <a:lnTo>
                    <a:pt x="227" y="841"/>
                  </a:lnTo>
                  <a:lnTo>
                    <a:pt x="193" y="871"/>
                  </a:lnTo>
                  <a:lnTo>
                    <a:pt x="156" y="896"/>
                  </a:lnTo>
                  <a:lnTo>
                    <a:pt x="113" y="761"/>
                  </a:lnTo>
                  <a:lnTo>
                    <a:pt x="0" y="1169"/>
                  </a:lnTo>
                  <a:lnTo>
                    <a:pt x="321" y="1439"/>
                  </a:lnTo>
                  <a:lnTo>
                    <a:pt x="286" y="1316"/>
                  </a:lnTo>
                </a:path>
              </a:pathLst>
            </a:custGeom>
            <a:solidFill>
              <a:schemeClr val="accent6"/>
            </a:solidFill>
            <a:ln w="12700" cap="rnd" cmpd="sng">
              <a:noFill/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97110" y="1744292"/>
              <a:ext cx="1828800" cy="276999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indent="0">
                <a:spcBef>
                  <a:spcPct val="20000"/>
                </a:spcBef>
                <a:buFont typeface="Arial" pitchFamily="34" charset="0"/>
                <a:buNone/>
                <a:defRPr sz="16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228600" indent="-171450">
                <a:spcBef>
                  <a:spcPct val="20000"/>
                </a:spcBef>
                <a:buFont typeface="Arial" pitchFamily="34" charset="0"/>
                <a:buChar char="•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2pPr>
              <a:lvl3pPr marL="400050" indent="-171450">
                <a:spcBef>
                  <a:spcPct val="20000"/>
                </a:spcBef>
                <a:buFont typeface="Arial" pitchFamily="34" charset="0"/>
                <a:buChar char="‒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3pPr>
              <a:lvl4pPr marL="685800" indent="-228600">
                <a:spcBef>
                  <a:spcPct val="20000"/>
                </a:spcBef>
                <a:buFont typeface="Courier New" pitchFamily="49" charset="0"/>
                <a:buChar char="o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4pPr>
              <a:lvl5pPr marL="857250" lvl="4" indent="-171450">
                <a:spcBef>
                  <a:spcPct val="20000"/>
                </a:spcBef>
                <a:buFont typeface="Arial" pitchFamily="34" charset="0"/>
                <a:buChar char="▪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1800" dirty="0" smtClean="0">
                  <a:solidFill>
                    <a:schemeClr val="bg1"/>
                  </a:solidFill>
                  <a:latin typeface="+mj-lt"/>
                </a:rPr>
                <a:t>Build</a:t>
              </a:r>
              <a:endParaRPr lang="en-US" sz="1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45510" y="3632729"/>
              <a:ext cx="1828800" cy="276999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indent="0">
                <a:spcBef>
                  <a:spcPct val="20000"/>
                </a:spcBef>
                <a:buFont typeface="Arial" pitchFamily="34" charset="0"/>
                <a:buNone/>
                <a:defRPr sz="16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228600" indent="-171450">
                <a:spcBef>
                  <a:spcPct val="20000"/>
                </a:spcBef>
                <a:buFont typeface="Arial" pitchFamily="34" charset="0"/>
                <a:buChar char="•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2pPr>
              <a:lvl3pPr marL="400050" indent="-171450">
                <a:spcBef>
                  <a:spcPct val="20000"/>
                </a:spcBef>
                <a:buFont typeface="Arial" pitchFamily="34" charset="0"/>
                <a:buChar char="‒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3pPr>
              <a:lvl4pPr marL="685800" indent="-228600">
                <a:spcBef>
                  <a:spcPct val="20000"/>
                </a:spcBef>
                <a:buFont typeface="Courier New" pitchFamily="49" charset="0"/>
                <a:buChar char="o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4pPr>
              <a:lvl5pPr marL="857250" lvl="4" indent="-171450">
                <a:spcBef>
                  <a:spcPct val="20000"/>
                </a:spcBef>
                <a:buFont typeface="Arial" pitchFamily="34" charset="0"/>
                <a:buChar char="▪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1800" dirty="0" smtClean="0">
                  <a:solidFill>
                    <a:schemeClr val="bg1"/>
                  </a:solidFill>
                  <a:latin typeface="+mj-lt"/>
                </a:rPr>
                <a:t>Measure</a:t>
              </a:r>
              <a:endParaRPr lang="en-US" sz="1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06002" y="4107051"/>
              <a:ext cx="1828800" cy="276999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indent="0">
                <a:spcBef>
                  <a:spcPct val="20000"/>
                </a:spcBef>
                <a:buFont typeface="Arial" pitchFamily="34" charset="0"/>
                <a:buNone/>
                <a:defRPr sz="16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228600" indent="-171450">
                <a:spcBef>
                  <a:spcPct val="20000"/>
                </a:spcBef>
                <a:buFont typeface="Arial" pitchFamily="34" charset="0"/>
                <a:buChar char="•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2pPr>
              <a:lvl3pPr marL="400050" indent="-171450">
                <a:spcBef>
                  <a:spcPct val="20000"/>
                </a:spcBef>
                <a:buFont typeface="Arial" pitchFamily="34" charset="0"/>
                <a:buChar char="‒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3pPr>
              <a:lvl4pPr marL="685800" indent="-228600">
                <a:spcBef>
                  <a:spcPct val="20000"/>
                </a:spcBef>
                <a:buFont typeface="Courier New" pitchFamily="49" charset="0"/>
                <a:buChar char="o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4pPr>
              <a:lvl5pPr marL="857250" lvl="4" indent="-171450">
                <a:spcBef>
                  <a:spcPct val="20000"/>
                </a:spcBef>
                <a:buFont typeface="Arial" pitchFamily="34" charset="0"/>
                <a:buChar char="▪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1800" dirty="0" smtClean="0">
                  <a:solidFill>
                    <a:schemeClr val="bg1"/>
                  </a:solidFill>
                  <a:latin typeface="+mj-lt"/>
                </a:rPr>
                <a:t>Learn</a:t>
              </a:r>
              <a:endParaRPr lang="en-US" sz="1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30803" y="3089367"/>
              <a:ext cx="171968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 smtClean="0">
                  <a:solidFill>
                    <a:schemeClr val="bg2">
                      <a:lumMod val="50000"/>
                    </a:schemeClr>
                  </a:solidFill>
                  <a:latin typeface="+mj-lt"/>
                </a:rPr>
                <a:t>Feedback</a:t>
              </a:r>
              <a:endParaRPr lang="en-US" sz="2400" dirty="0">
                <a:solidFill>
                  <a:schemeClr val="bg2">
                    <a:lumMod val="50000"/>
                  </a:schemeClr>
                </a:solidFill>
                <a:latin typeface="+mj-lt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1992313" y="4280876"/>
            <a:ext cx="21272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PIVOT/PERSERVERE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97134" y="1030744"/>
            <a:ext cx="21272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EXPERIMENT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86600" y="4283575"/>
            <a:ext cx="21272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ANALYSE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0568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57600" y="2133600"/>
            <a:ext cx="4724400" cy="533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4089400" y="1600200"/>
            <a:ext cx="3810000" cy="3077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ctr">
              <a:lnSpc>
                <a:spcPct val="150000"/>
              </a:lnSpc>
            </a:pPr>
            <a:r>
              <a:rPr lang="en-US" sz="2000" b="1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Agoda at a glance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Fun Facts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Technology Stack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CI/CD at Agoda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Container at Agoda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Agoda Automation Journey</a:t>
            </a:r>
          </a:p>
        </p:txBody>
      </p:sp>
    </p:spTree>
    <p:extLst>
      <p:ext uri="{BB962C8B-B14F-4D97-AF65-F5344CB8AC3E}">
        <p14:creationId xmlns:p14="http://schemas.microsoft.com/office/powerpoint/2010/main" val="292018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Fun Facts</a:t>
            </a:r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609600" y="1219200"/>
            <a:ext cx="11582400" cy="3077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lvl="1" indent="0" fontAlgn="ctr">
              <a:lnSpc>
                <a:spcPct val="150000"/>
              </a:lnSpc>
              <a:buNone/>
            </a:pPr>
            <a:r>
              <a:rPr lang="en-US" sz="2000" dirty="0" smtClean="0">
                <a:latin typeface="+mj-lt"/>
              </a:rPr>
              <a:t>Builds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2,000 build per days, 11500 build per weeks and 35,000 build per month</a:t>
            </a:r>
          </a:p>
          <a:p>
            <a:pPr marL="57150" lvl="1" indent="0" fontAlgn="ctr">
              <a:lnSpc>
                <a:spcPct val="150000"/>
              </a:lnSpc>
              <a:buNone/>
            </a:pPr>
            <a:r>
              <a:rPr lang="en-US" sz="2000" dirty="0" smtClean="0">
                <a:latin typeface="+mj-lt"/>
              </a:rPr>
              <a:t>Tests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Up to 12500+ tests per build (… and increase every day)</a:t>
            </a:r>
          </a:p>
          <a:p>
            <a:pPr marL="57150" lvl="1" indent="0" fontAlgn="ctr">
              <a:lnSpc>
                <a:spcPct val="150000"/>
              </a:lnSpc>
              <a:buNone/>
            </a:pPr>
            <a:r>
              <a:rPr lang="en-US" sz="2000" dirty="0" smtClean="0">
                <a:latin typeface="+mj-lt"/>
              </a:rPr>
              <a:t>Release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Release Daily : up to 4 release a days (Plan to 20 Release per day)</a:t>
            </a:r>
          </a:p>
        </p:txBody>
      </p:sp>
    </p:spTree>
    <p:extLst>
      <p:ext uri="{BB962C8B-B14F-4D97-AF65-F5344CB8AC3E}">
        <p14:creationId xmlns:p14="http://schemas.microsoft.com/office/powerpoint/2010/main" val="110088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57600" y="2667000"/>
            <a:ext cx="4724400" cy="533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4089400" y="1600200"/>
            <a:ext cx="3810000" cy="3077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ctr">
              <a:lnSpc>
                <a:spcPct val="150000"/>
              </a:lnSpc>
            </a:pPr>
            <a:r>
              <a:rPr lang="en-US" sz="2000" b="1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Agoda at a glance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Fun Facts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Technology Stack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CI/CD at Agoda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Container at Agoda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Agoda Automation Journey</a:t>
            </a:r>
          </a:p>
        </p:txBody>
      </p:sp>
    </p:spTree>
    <p:extLst>
      <p:ext uri="{BB962C8B-B14F-4D97-AF65-F5344CB8AC3E}">
        <p14:creationId xmlns:p14="http://schemas.microsoft.com/office/powerpoint/2010/main" val="87467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Technology Stack</a:t>
            </a:r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533400" y="1066800"/>
            <a:ext cx="11582400" cy="41242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lvl="1" indent="0" fontAlgn="ctr">
              <a:lnSpc>
                <a:spcPct val="150000"/>
              </a:lnSpc>
              <a:buNone/>
            </a:pPr>
            <a:r>
              <a:rPr lang="en-US" sz="2000" dirty="0" smtClean="0">
                <a:latin typeface="+mj-lt"/>
              </a:rPr>
              <a:t>Language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>
                <a:latin typeface="+mj-lt"/>
              </a:rPr>
              <a:t>C#, Objective C, Android, Java, Scala,  Python, Go, </a:t>
            </a:r>
            <a:r>
              <a:rPr lang="en-US" sz="2000" dirty="0" smtClean="0">
                <a:latin typeface="+mj-lt"/>
              </a:rPr>
              <a:t>JavaScript</a:t>
            </a:r>
          </a:p>
          <a:p>
            <a:pPr marL="57150" lvl="1" indent="0" fontAlgn="ctr">
              <a:lnSpc>
                <a:spcPct val="150000"/>
              </a:lnSpc>
              <a:buNone/>
            </a:pPr>
            <a:r>
              <a:rPr lang="en-US" sz="2000" dirty="0" smtClean="0">
                <a:latin typeface="+mj-lt"/>
              </a:rPr>
              <a:t>OS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Windows, Linux, Android, iOS</a:t>
            </a:r>
          </a:p>
          <a:p>
            <a:pPr marL="57150" lvl="1" indent="0" fontAlgn="ctr">
              <a:lnSpc>
                <a:spcPct val="150000"/>
              </a:lnSpc>
              <a:buNone/>
            </a:pPr>
            <a:r>
              <a:rPr lang="en-US" sz="2000" dirty="0" smtClean="0">
                <a:latin typeface="+mj-lt"/>
              </a:rPr>
              <a:t>Datastore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Cassandra, SQL Server, Hadoop</a:t>
            </a:r>
          </a:p>
          <a:p>
            <a:pPr marL="57150" lvl="1" indent="0" fontAlgn="ctr">
              <a:lnSpc>
                <a:spcPct val="150000"/>
              </a:lnSpc>
              <a:buNone/>
            </a:pPr>
            <a:r>
              <a:rPr lang="en-US" sz="2000" dirty="0" smtClean="0">
                <a:latin typeface="+mj-lt"/>
              </a:rPr>
              <a:t>Infrastructure/Virtualization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OpenStack, Hyper-V, Azure, Docker</a:t>
            </a:r>
          </a:p>
        </p:txBody>
      </p:sp>
    </p:spTree>
    <p:extLst>
      <p:ext uri="{BB962C8B-B14F-4D97-AF65-F5344CB8AC3E}">
        <p14:creationId xmlns:p14="http://schemas.microsoft.com/office/powerpoint/2010/main" val="249259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4119090075"/>
              </p:ext>
            </p:extLst>
          </p:nvPr>
        </p:nvGraphicFramePr>
        <p:xfrm>
          <a:off x="495300" y="1524000"/>
          <a:ext cx="112014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8479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57600" y="3200400"/>
            <a:ext cx="4724400" cy="533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4089400" y="1600200"/>
            <a:ext cx="3810000" cy="3077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ctr">
              <a:lnSpc>
                <a:spcPct val="150000"/>
              </a:lnSpc>
            </a:pPr>
            <a:r>
              <a:rPr lang="en-US" sz="2000" b="1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Agoda at a glance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Fun Facts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Technology Stack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CI/CD at Agoda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Container at Agoda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Agoda Automation Journey</a:t>
            </a:r>
          </a:p>
        </p:txBody>
      </p:sp>
    </p:spTree>
    <p:extLst>
      <p:ext uri="{BB962C8B-B14F-4D97-AF65-F5344CB8AC3E}">
        <p14:creationId xmlns:p14="http://schemas.microsoft.com/office/powerpoint/2010/main" val="47401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57"/>
          <p:cNvSpPr/>
          <p:nvPr/>
        </p:nvSpPr>
        <p:spPr>
          <a:xfrm>
            <a:off x="7193058" y="1524000"/>
            <a:ext cx="1693206" cy="3886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Continuous Integration At Agoda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52400" y="990600"/>
            <a:ext cx="11887200" cy="5029200"/>
          </a:xfrm>
          <a:prstGeom prst="roundRect">
            <a:avLst>
              <a:gd name="adj" fmla="val 3255"/>
            </a:avLst>
          </a:prstGeom>
          <a:ln w="57150" cap="sq">
            <a:solidFill>
              <a:schemeClr val="bg1">
                <a:lumMod val="85000"/>
              </a:schemeClr>
            </a:solidFill>
          </a:ln>
        </p:spPr>
        <p:txBody>
          <a:bodyPr wrap="square" lIns="108000" tIns="108000" rIns="108000" bIns="108000">
            <a:noAutofit/>
          </a:bodyPr>
          <a:lstStyle/>
          <a:p>
            <a:endParaRPr lang="en-US" dirty="0"/>
          </a:p>
        </p:txBody>
      </p:sp>
      <p:sp>
        <p:nvSpPr>
          <p:cNvPr id="11" name="Content Placeholder 9"/>
          <p:cNvSpPr txBox="1">
            <a:spLocks/>
          </p:cNvSpPr>
          <p:nvPr/>
        </p:nvSpPr>
        <p:spPr>
          <a:xfrm>
            <a:off x="152400" y="990600"/>
            <a:ext cx="11887200" cy="5029200"/>
          </a:xfrm>
          <a:prstGeom prst="rect">
            <a:avLst/>
          </a:prstGeom>
          <a:ln w="57150" cap="sq">
            <a:noFill/>
          </a:ln>
        </p:spPr>
        <p:txBody>
          <a:bodyPr wrap="square" lIns="180000" tIns="180000" rIns="180000" bIns="18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1E1E1E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04800" y="2133600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Local Environment</a:t>
            </a:r>
            <a:endParaRPr lang="en-US" sz="1100" dirty="0"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4800" y="3048000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Local Environment</a:t>
            </a:r>
            <a:endParaRPr lang="en-US" sz="11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47" y="4572000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Local Environment</a:t>
            </a:r>
            <a:endParaRPr lang="en-US" sz="1100" dirty="0">
              <a:latin typeface="+mj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13547" y="3657600"/>
            <a:ext cx="228600" cy="838200"/>
            <a:chOff x="3581400" y="3657600"/>
            <a:chExt cx="228600" cy="838200"/>
          </a:xfrm>
        </p:grpSpPr>
        <p:sp>
          <p:nvSpPr>
            <p:cNvPr id="4" name="Oval 3"/>
            <p:cNvSpPr/>
            <p:nvPr/>
          </p:nvSpPr>
          <p:spPr>
            <a:xfrm>
              <a:off x="3581400" y="36576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581400" y="39624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42672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160120" y="2133600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Feature Branch</a:t>
            </a:r>
            <a:endParaRPr lang="en-US" sz="1100" dirty="0">
              <a:latin typeface="+mj-l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60120" y="3048000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Feature Branch</a:t>
            </a:r>
            <a:endParaRPr lang="en-US" sz="1100" dirty="0">
              <a:latin typeface="+mj-l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60120" y="4572000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Feature Branch</a:t>
            </a:r>
            <a:endParaRPr lang="en-US" sz="1100" dirty="0">
              <a:latin typeface="+mj-lt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655420" y="3657600"/>
            <a:ext cx="228600" cy="838200"/>
            <a:chOff x="3581400" y="3657600"/>
            <a:chExt cx="228600" cy="838200"/>
          </a:xfrm>
        </p:grpSpPr>
        <p:sp>
          <p:nvSpPr>
            <p:cNvPr id="17" name="Oval 16"/>
            <p:cNvSpPr/>
            <p:nvPr/>
          </p:nvSpPr>
          <p:spPr>
            <a:xfrm>
              <a:off x="3581400" y="3657600"/>
              <a:ext cx="228600" cy="228600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581400" y="3962400"/>
              <a:ext cx="228600" cy="228600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581400" y="4267200"/>
              <a:ext cx="228600" cy="228600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Straight Arrow Connector 19"/>
          <p:cNvCxnSpPr>
            <a:stCxn id="3" idx="3"/>
            <a:endCxn id="12" idx="1"/>
          </p:cNvCxnSpPr>
          <p:nvPr/>
        </p:nvCxnSpPr>
        <p:spPr>
          <a:xfrm>
            <a:off x="1524000" y="2400300"/>
            <a:ext cx="636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3"/>
            <a:endCxn id="14" idx="1"/>
          </p:cNvCxnSpPr>
          <p:nvPr/>
        </p:nvCxnSpPr>
        <p:spPr>
          <a:xfrm>
            <a:off x="1524000" y="3314700"/>
            <a:ext cx="636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15" idx="1"/>
          </p:cNvCxnSpPr>
          <p:nvPr/>
        </p:nvCxnSpPr>
        <p:spPr>
          <a:xfrm>
            <a:off x="1537447" y="4838700"/>
            <a:ext cx="6226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81043" y="2184856"/>
            <a:ext cx="712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Commit</a:t>
            </a:r>
            <a:endParaRPr lang="en-US" sz="1100" dirty="0"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0575" y="3099256"/>
            <a:ext cx="712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Commit</a:t>
            </a:r>
            <a:endParaRPr lang="en-US" sz="1100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74320" y="4623256"/>
            <a:ext cx="712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Commit</a:t>
            </a:r>
            <a:endParaRPr lang="en-US" sz="1100" dirty="0">
              <a:latin typeface="+mj-lt"/>
            </a:endParaRPr>
          </a:p>
        </p:txBody>
      </p:sp>
      <p:sp>
        <p:nvSpPr>
          <p:cNvPr id="36" name="Circular Arrow 35"/>
          <p:cNvSpPr/>
          <p:nvPr/>
        </p:nvSpPr>
        <p:spPr>
          <a:xfrm rot="5400000">
            <a:off x="3140044" y="2205090"/>
            <a:ext cx="499106" cy="57711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Circular Arrow 36"/>
          <p:cNvSpPr/>
          <p:nvPr/>
        </p:nvSpPr>
        <p:spPr>
          <a:xfrm rot="5400000">
            <a:off x="3140044" y="3115499"/>
            <a:ext cx="499106" cy="57711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Circular Arrow 37"/>
          <p:cNvSpPr/>
          <p:nvPr/>
        </p:nvSpPr>
        <p:spPr>
          <a:xfrm rot="5400000">
            <a:off x="3126597" y="4643490"/>
            <a:ext cx="499106" cy="57711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54653" y="1870752"/>
            <a:ext cx="68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Review</a:t>
            </a:r>
            <a:endParaRPr lang="en-US" sz="1100" dirty="0"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30072" y="2661108"/>
            <a:ext cx="7521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Pull</a:t>
            </a:r>
          </a:p>
          <a:p>
            <a:pPr algn="ctr"/>
            <a:r>
              <a:rPr lang="en-US" sz="1100" dirty="0" smtClean="0">
                <a:latin typeface="+mj-lt"/>
              </a:rPr>
              <a:t>Request</a:t>
            </a:r>
            <a:endParaRPr lang="en-US" sz="1100" dirty="0">
              <a:latin typeface="+mj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348637" y="5131712"/>
            <a:ext cx="68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Review</a:t>
            </a:r>
            <a:endParaRPr lang="en-US" sz="1100" dirty="0">
              <a:latin typeface="+mj-lt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141320" y="2133599"/>
            <a:ext cx="1219200" cy="533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CI Server</a:t>
            </a:r>
            <a:endParaRPr lang="en-US" sz="1100" dirty="0">
              <a:latin typeface="+mj-lt"/>
            </a:endParaRPr>
          </a:p>
        </p:txBody>
      </p:sp>
      <p:cxnSp>
        <p:nvCxnSpPr>
          <p:cNvPr id="44" name="Straight Arrow Connector 43"/>
          <p:cNvCxnSpPr>
            <a:stCxn id="12" idx="3"/>
            <a:endCxn id="73" idx="1"/>
          </p:cNvCxnSpPr>
          <p:nvPr/>
        </p:nvCxnSpPr>
        <p:spPr>
          <a:xfrm>
            <a:off x="3379320" y="2400300"/>
            <a:ext cx="762000" cy="913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762812" y="2133599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</a:t>
            </a:r>
            <a:endParaRPr lang="en-US" sz="1100" dirty="0">
              <a:latin typeface="+mj-lt"/>
            </a:endParaRPr>
          </a:p>
        </p:txBody>
      </p:sp>
      <p:cxnSp>
        <p:nvCxnSpPr>
          <p:cNvPr id="52" name="Straight Arrow Connector 51"/>
          <p:cNvCxnSpPr>
            <a:stCxn id="42" idx="3"/>
            <a:endCxn id="47" idx="1"/>
          </p:cNvCxnSpPr>
          <p:nvPr/>
        </p:nvCxnSpPr>
        <p:spPr>
          <a:xfrm>
            <a:off x="5360520" y="2400299"/>
            <a:ext cx="4022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7" idx="3"/>
          </p:cNvCxnSpPr>
          <p:nvPr/>
        </p:nvCxnSpPr>
        <p:spPr>
          <a:xfrm>
            <a:off x="6982012" y="2400299"/>
            <a:ext cx="211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187331" y="2133599"/>
            <a:ext cx="1219200" cy="533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Deploy</a:t>
            </a:r>
            <a:endParaRPr lang="en-US" sz="1100" dirty="0">
              <a:latin typeface="+mj-lt"/>
            </a:endParaRPr>
          </a:p>
        </p:txBody>
      </p:sp>
      <p:cxnSp>
        <p:nvCxnSpPr>
          <p:cNvPr id="63" name="Straight Arrow Connector 62"/>
          <p:cNvCxnSpPr>
            <a:endCxn id="62" idx="1"/>
          </p:cNvCxnSpPr>
          <p:nvPr/>
        </p:nvCxnSpPr>
        <p:spPr>
          <a:xfrm>
            <a:off x="8886264" y="2400299"/>
            <a:ext cx="3010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10608796" y="2476501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Live</a:t>
            </a:r>
            <a:endParaRPr lang="en-US" sz="1100" dirty="0">
              <a:latin typeface="+mj-lt"/>
            </a:endParaRPr>
          </a:p>
        </p:txBody>
      </p:sp>
      <p:cxnSp>
        <p:nvCxnSpPr>
          <p:cNvPr id="67" name="Elbow Connector 66"/>
          <p:cNvCxnSpPr>
            <a:stCxn id="62" idx="0"/>
          </p:cNvCxnSpPr>
          <p:nvPr/>
        </p:nvCxnSpPr>
        <p:spPr>
          <a:xfrm rot="5400000" flipH="1" flipV="1">
            <a:off x="10148048" y="1668182"/>
            <a:ext cx="114300" cy="8165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62" idx="2"/>
            <a:endCxn id="66" idx="1"/>
          </p:cNvCxnSpPr>
          <p:nvPr/>
        </p:nvCxnSpPr>
        <p:spPr>
          <a:xfrm rot="16200000" flipH="1">
            <a:off x="10164762" y="2299167"/>
            <a:ext cx="76202" cy="8118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2" name="Picture 4" descr="Image result for github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20" y="1623934"/>
            <a:ext cx="1188517" cy="39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Rounded Rectangle 71"/>
          <p:cNvSpPr/>
          <p:nvPr/>
        </p:nvSpPr>
        <p:spPr>
          <a:xfrm>
            <a:off x="4147069" y="4610994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Master Branch</a:t>
            </a:r>
            <a:endParaRPr lang="en-US" sz="1100" dirty="0">
              <a:latin typeface="+mj-lt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141320" y="3047201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Develop Branch</a:t>
            </a:r>
            <a:endParaRPr lang="en-US" sz="1100" dirty="0">
              <a:latin typeface="+mj-lt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307586" y="3593757"/>
            <a:ext cx="68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Review</a:t>
            </a:r>
            <a:endParaRPr lang="en-US" sz="1100" dirty="0">
              <a:latin typeface="+mj-lt"/>
            </a:endParaRPr>
          </a:p>
        </p:txBody>
      </p:sp>
      <p:cxnSp>
        <p:nvCxnSpPr>
          <p:cNvPr id="76" name="Straight Arrow Connector 75"/>
          <p:cNvCxnSpPr>
            <a:stCxn id="73" idx="0"/>
            <a:endCxn id="42" idx="2"/>
          </p:cNvCxnSpPr>
          <p:nvPr/>
        </p:nvCxnSpPr>
        <p:spPr>
          <a:xfrm flipV="1">
            <a:off x="4750920" y="2666999"/>
            <a:ext cx="0" cy="380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73" idx="2"/>
            <a:endCxn id="72" idx="0"/>
          </p:cNvCxnSpPr>
          <p:nvPr/>
        </p:nvCxnSpPr>
        <p:spPr>
          <a:xfrm>
            <a:off x="4750920" y="3580601"/>
            <a:ext cx="5749" cy="1030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434334" y="3929390"/>
            <a:ext cx="734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Release</a:t>
            </a:r>
            <a:endParaRPr lang="en-US" sz="1100" dirty="0">
              <a:latin typeface="+mj-lt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399809" y="2725587"/>
            <a:ext cx="696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Trigger</a:t>
            </a:r>
            <a:endParaRPr lang="en-US" sz="1100" dirty="0">
              <a:latin typeface="+mj-lt"/>
            </a:endParaRPr>
          </a:p>
        </p:txBody>
      </p:sp>
      <p:pic>
        <p:nvPicPr>
          <p:cNvPr id="12294" name="Picture 6" descr="Image result for teamcity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205" y="1523999"/>
            <a:ext cx="1355231" cy="60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Rounded Rectangle 94"/>
          <p:cNvSpPr/>
          <p:nvPr/>
        </p:nvSpPr>
        <p:spPr>
          <a:xfrm>
            <a:off x="7404106" y="2527757"/>
            <a:ext cx="12192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Unit Test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7404106" y="3264814"/>
            <a:ext cx="1219200" cy="5334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UI Test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7417920" y="3962400"/>
            <a:ext cx="1219200" cy="5334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Coverage Test</a:t>
            </a:r>
            <a:endParaRPr lang="en-US" sz="1100" dirty="0">
              <a:latin typeface="+mj-lt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7416668" y="1752599"/>
            <a:ext cx="1219200" cy="533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7446177" y="4655705"/>
            <a:ext cx="1219200" cy="533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Package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0613465" y="1752599"/>
            <a:ext cx="1219200" cy="533400"/>
          </a:xfrm>
          <a:prstGeom prst="roundRect">
            <a:avLst/>
          </a:prstGeom>
          <a:solidFill>
            <a:srgbClr val="002060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>
                <a:latin typeface="+mj-lt"/>
              </a:rPr>
              <a:t>Prelive</a:t>
            </a:r>
            <a:endParaRPr lang="en-US" sz="1100" dirty="0">
              <a:latin typeface="+mj-lt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8990269" y="1273451"/>
            <a:ext cx="2977190" cy="521409"/>
            <a:chOff x="8990269" y="1273451"/>
            <a:chExt cx="2977190" cy="521409"/>
          </a:xfrm>
        </p:grpSpPr>
        <p:pic>
          <p:nvPicPr>
            <p:cNvPr id="59" name="Picture 2" descr="Image result for Octopus CI logo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4462" b="1639"/>
            <a:stretch/>
          </p:blipFill>
          <p:spPr bwMode="auto">
            <a:xfrm>
              <a:off x="10657208" y="1333499"/>
              <a:ext cx="1310251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0" name="Group 59"/>
            <p:cNvGrpSpPr/>
            <p:nvPr/>
          </p:nvGrpSpPr>
          <p:grpSpPr>
            <a:xfrm>
              <a:off x="8990269" y="1273451"/>
              <a:ext cx="1560544" cy="521409"/>
              <a:chOff x="8990269" y="1273451"/>
              <a:chExt cx="1560544" cy="521409"/>
            </a:xfrm>
          </p:grpSpPr>
          <p:pic>
            <p:nvPicPr>
              <p:cNvPr id="61" name="Picture 6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90269" y="1273451"/>
                <a:ext cx="495615" cy="521409"/>
              </a:xfrm>
              <a:prstGeom prst="rect">
                <a:avLst/>
              </a:prstGeom>
            </p:spPr>
          </p:pic>
          <p:sp>
            <p:nvSpPr>
              <p:cNvPr id="64" name="Text Placeholder 1"/>
              <p:cNvSpPr txBox="1">
                <a:spLocks/>
              </p:cNvSpPr>
              <p:nvPr/>
            </p:nvSpPr>
            <p:spPr>
              <a:xfrm>
                <a:off x="9451144" y="1380266"/>
                <a:ext cx="1099669" cy="307777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b="0" kern="1200">
                    <a:solidFill>
                      <a:srgbClr val="323232"/>
                    </a:solidFill>
                    <a:latin typeface="+mj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 smtClean="0"/>
                  <a:t>C-Spider</a:t>
                </a:r>
                <a:endParaRPr lang="en-US" sz="2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526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57600" y="3733800"/>
            <a:ext cx="4724400" cy="533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4089400" y="1600200"/>
            <a:ext cx="3810000" cy="3077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ctr">
              <a:lnSpc>
                <a:spcPct val="150000"/>
              </a:lnSpc>
            </a:pPr>
            <a:r>
              <a:rPr lang="en-US" sz="2000" b="1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Agoda at a glance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Fun Facts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Technology Stack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CI/CD at Agoda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Container at Agoda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Agoda Automation Journey</a:t>
            </a:r>
          </a:p>
        </p:txBody>
      </p:sp>
    </p:spTree>
    <p:extLst>
      <p:ext uri="{BB962C8B-B14F-4D97-AF65-F5344CB8AC3E}">
        <p14:creationId xmlns:p14="http://schemas.microsoft.com/office/powerpoint/2010/main" val="283036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57"/>
          <p:cNvSpPr/>
          <p:nvPr/>
        </p:nvSpPr>
        <p:spPr>
          <a:xfrm>
            <a:off x="7193058" y="1524000"/>
            <a:ext cx="1693206" cy="3886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Container At Agoda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52400" y="990600"/>
            <a:ext cx="11887200" cy="5029200"/>
          </a:xfrm>
          <a:prstGeom prst="roundRect">
            <a:avLst>
              <a:gd name="adj" fmla="val 3255"/>
            </a:avLst>
          </a:prstGeom>
          <a:ln w="57150" cap="sq">
            <a:solidFill>
              <a:schemeClr val="bg1">
                <a:lumMod val="85000"/>
              </a:schemeClr>
            </a:solidFill>
          </a:ln>
        </p:spPr>
        <p:txBody>
          <a:bodyPr wrap="square" lIns="108000" tIns="108000" rIns="108000" bIns="108000">
            <a:noAutofit/>
          </a:bodyPr>
          <a:lstStyle/>
          <a:p>
            <a:endParaRPr lang="en-US" dirty="0"/>
          </a:p>
        </p:txBody>
      </p:sp>
      <p:sp>
        <p:nvSpPr>
          <p:cNvPr id="11" name="Content Placeholder 9"/>
          <p:cNvSpPr txBox="1">
            <a:spLocks/>
          </p:cNvSpPr>
          <p:nvPr/>
        </p:nvSpPr>
        <p:spPr>
          <a:xfrm>
            <a:off x="152400" y="990600"/>
            <a:ext cx="11887200" cy="5029200"/>
          </a:xfrm>
          <a:prstGeom prst="rect">
            <a:avLst/>
          </a:prstGeom>
          <a:ln w="57150" cap="sq">
            <a:noFill/>
          </a:ln>
        </p:spPr>
        <p:txBody>
          <a:bodyPr wrap="square" lIns="180000" tIns="180000" rIns="180000" bIns="18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1E1E1E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04800" y="2133600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Local Environment</a:t>
            </a:r>
            <a:endParaRPr lang="en-US" sz="1100" dirty="0"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4800" y="3048000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Local Environment</a:t>
            </a:r>
            <a:endParaRPr lang="en-US" sz="11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47" y="4572000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Local Environment</a:t>
            </a:r>
            <a:endParaRPr lang="en-US" sz="1100" dirty="0">
              <a:latin typeface="+mj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13547" y="3657600"/>
            <a:ext cx="228600" cy="838200"/>
            <a:chOff x="3581400" y="3657600"/>
            <a:chExt cx="228600" cy="838200"/>
          </a:xfrm>
        </p:grpSpPr>
        <p:sp>
          <p:nvSpPr>
            <p:cNvPr id="4" name="Oval 3"/>
            <p:cNvSpPr/>
            <p:nvPr/>
          </p:nvSpPr>
          <p:spPr>
            <a:xfrm>
              <a:off x="3581400" y="36576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581400" y="39624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42672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160120" y="2133600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Feature Branch</a:t>
            </a:r>
            <a:endParaRPr lang="en-US" sz="1100" dirty="0">
              <a:latin typeface="+mj-l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60120" y="3048000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Feature Branch</a:t>
            </a:r>
            <a:endParaRPr lang="en-US" sz="1100" dirty="0">
              <a:latin typeface="+mj-l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60120" y="4572000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Feature Branch</a:t>
            </a:r>
            <a:endParaRPr lang="en-US" sz="1100" dirty="0">
              <a:latin typeface="+mj-lt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655420" y="3657600"/>
            <a:ext cx="228600" cy="838200"/>
            <a:chOff x="3581400" y="3657600"/>
            <a:chExt cx="228600" cy="838200"/>
          </a:xfrm>
        </p:grpSpPr>
        <p:sp>
          <p:nvSpPr>
            <p:cNvPr id="17" name="Oval 16"/>
            <p:cNvSpPr/>
            <p:nvPr/>
          </p:nvSpPr>
          <p:spPr>
            <a:xfrm>
              <a:off x="3581400" y="3657600"/>
              <a:ext cx="228600" cy="228600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581400" y="3962400"/>
              <a:ext cx="228600" cy="228600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581400" y="4267200"/>
              <a:ext cx="228600" cy="228600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Straight Arrow Connector 19"/>
          <p:cNvCxnSpPr>
            <a:stCxn id="3" idx="3"/>
            <a:endCxn id="12" idx="1"/>
          </p:cNvCxnSpPr>
          <p:nvPr/>
        </p:nvCxnSpPr>
        <p:spPr>
          <a:xfrm>
            <a:off x="1524000" y="2400300"/>
            <a:ext cx="636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3"/>
            <a:endCxn id="14" idx="1"/>
          </p:cNvCxnSpPr>
          <p:nvPr/>
        </p:nvCxnSpPr>
        <p:spPr>
          <a:xfrm>
            <a:off x="1524000" y="3314700"/>
            <a:ext cx="636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15" idx="1"/>
          </p:cNvCxnSpPr>
          <p:nvPr/>
        </p:nvCxnSpPr>
        <p:spPr>
          <a:xfrm>
            <a:off x="1537447" y="4838700"/>
            <a:ext cx="6226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81043" y="2184856"/>
            <a:ext cx="712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Commit</a:t>
            </a:r>
            <a:endParaRPr lang="en-US" sz="1100" dirty="0"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0575" y="3099256"/>
            <a:ext cx="712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Commit</a:t>
            </a:r>
            <a:endParaRPr lang="en-US" sz="1100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74320" y="4623256"/>
            <a:ext cx="712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Commit</a:t>
            </a:r>
            <a:endParaRPr lang="en-US" sz="1100" dirty="0">
              <a:latin typeface="+mj-lt"/>
            </a:endParaRPr>
          </a:p>
        </p:txBody>
      </p:sp>
      <p:sp>
        <p:nvSpPr>
          <p:cNvPr id="36" name="Circular Arrow 35"/>
          <p:cNvSpPr/>
          <p:nvPr/>
        </p:nvSpPr>
        <p:spPr>
          <a:xfrm rot="5400000">
            <a:off x="3140044" y="2205090"/>
            <a:ext cx="499106" cy="57711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Circular Arrow 36"/>
          <p:cNvSpPr/>
          <p:nvPr/>
        </p:nvSpPr>
        <p:spPr>
          <a:xfrm rot="5400000">
            <a:off x="3140044" y="3115499"/>
            <a:ext cx="499106" cy="57711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Circular Arrow 37"/>
          <p:cNvSpPr/>
          <p:nvPr/>
        </p:nvSpPr>
        <p:spPr>
          <a:xfrm rot="5400000">
            <a:off x="3126597" y="4643490"/>
            <a:ext cx="499106" cy="57711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54653" y="1870752"/>
            <a:ext cx="68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Review</a:t>
            </a:r>
            <a:endParaRPr lang="en-US" sz="1100" dirty="0"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30072" y="2661108"/>
            <a:ext cx="7521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Pull</a:t>
            </a:r>
          </a:p>
          <a:p>
            <a:pPr algn="ctr"/>
            <a:r>
              <a:rPr lang="en-US" sz="1100" dirty="0" smtClean="0">
                <a:latin typeface="+mj-lt"/>
              </a:rPr>
              <a:t>Request</a:t>
            </a:r>
            <a:endParaRPr lang="en-US" sz="1100" dirty="0">
              <a:latin typeface="+mj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348637" y="5131712"/>
            <a:ext cx="68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Review</a:t>
            </a:r>
            <a:endParaRPr lang="en-US" sz="1100" dirty="0">
              <a:latin typeface="+mj-lt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141320" y="2133599"/>
            <a:ext cx="1219200" cy="533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CI Server</a:t>
            </a:r>
            <a:endParaRPr lang="en-US" sz="1100" dirty="0">
              <a:latin typeface="+mj-lt"/>
            </a:endParaRPr>
          </a:p>
        </p:txBody>
      </p:sp>
      <p:cxnSp>
        <p:nvCxnSpPr>
          <p:cNvPr id="44" name="Straight Arrow Connector 43"/>
          <p:cNvCxnSpPr>
            <a:stCxn id="12" idx="3"/>
            <a:endCxn id="73" idx="1"/>
          </p:cNvCxnSpPr>
          <p:nvPr/>
        </p:nvCxnSpPr>
        <p:spPr>
          <a:xfrm>
            <a:off x="3379320" y="2400300"/>
            <a:ext cx="762000" cy="913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762812" y="2133599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</a:t>
            </a:r>
            <a:endParaRPr lang="en-US" sz="1100" dirty="0">
              <a:latin typeface="+mj-lt"/>
            </a:endParaRPr>
          </a:p>
        </p:txBody>
      </p:sp>
      <p:cxnSp>
        <p:nvCxnSpPr>
          <p:cNvPr id="52" name="Straight Arrow Connector 51"/>
          <p:cNvCxnSpPr>
            <a:stCxn id="42" idx="3"/>
            <a:endCxn id="47" idx="1"/>
          </p:cNvCxnSpPr>
          <p:nvPr/>
        </p:nvCxnSpPr>
        <p:spPr>
          <a:xfrm>
            <a:off x="5360520" y="2400299"/>
            <a:ext cx="4022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7" idx="3"/>
          </p:cNvCxnSpPr>
          <p:nvPr/>
        </p:nvCxnSpPr>
        <p:spPr>
          <a:xfrm>
            <a:off x="6982012" y="2400299"/>
            <a:ext cx="211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187331" y="2133599"/>
            <a:ext cx="1219200" cy="533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Deploy</a:t>
            </a:r>
            <a:endParaRPr lang="en-US" sz="1100" dirty="0">
              <a:latin typeface="+mj-lt"/>
            </a:endParaRPr>
          </a:p>
        </p:txBody>
      </p:sp>
      <p:cxnSp>
        <p:nvCxnSpPr>
          <p:cNvPr id="63" name="Straight Arrow Connector 62"/>
          <p:cNvCxnSpPr>
            <a:endCxn id="62" idx="1"/>
          </p:cNvCxnSpPr>
          <p:nvPr/>
        </p:nvCxnSpPr>
        <p:spPr>
          <a:xfrm>
            <a:off x="8886264" y="2400299"/>
            <a:ext cx="3010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10608796" y="2476501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Live</a:t>
            </a:r>
            <a:endParaRPr lang="en-US" sz="1100" dirty="0">
              <a:latin typeface="+mj-lt"/>
            </a:endParaRPr>
          </a:p>
        </p:txBody>
      </p:sp>
      <p:cxnSp>
        <p:nvCxnSpPr>
          <p:cNvPr id="67" name="Elbow Connector 66"/>
          <p:cNvCxnSpPr>
            <a:stCxn id="62" idx="0"/>
            <a:endCxn id="65" idx="1"/>
          </p:cNvCxnSpPr>
          <p:nvPr/>
        </p:nvCxnSpPr>
        <p:spPr>
          <a:xfrm rot="5400000" flipH="1" flipV="1">
            <a:off x="10148048" y="1668182"/>
            <a:ext cx="114300" cy="8165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62" idx="2"/>
            <a:endCxn id="66" idx="1"/>
          </p:cNvCxnSpPr>
          <p:nvPr/>
        </p:nvCxnSpPr>
        <p:spPr>
          <a:xfrm rot="16200000" flipH="1">
            <a:off x="10164762" y="2299167"/>
            <a:ext cx="76202" cy="8118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2" name="Picture 4" descr="Image result for github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20" y="1623934"/>
            <a:ext cx="1188517" cy="39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Rounded Rectangle 71"/>
          <p:cNvSpPr/>
          <p:nvPr/>
        </p:nvSpPr>
        <p:spPr>
          <a:xfrm>
            <a:off x="4147069" y="4610994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Master Branch</a:t>
            </a:r>
            <a:endParaRPr lang="en-US" sz="1100" dirty="0">
              <a:latin typeface="+mj-lt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141320" y="3047201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Develop Branch</a:t>
            </a:r>
            <a:endParaRPr lang="en-US" sz="1100" dirty="0">
              <a:latin typeface="+mj-lt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307586" y="3593757"/>
            <a:ext cx="68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Review</a:t>
            </a:r>
            <a:endParaRPr lang="en-US" sz="1100" dirty="0">
              <a:latin typeface="+mj-lt"/>
            </a:endParaRPr>
          </a:p>
        </p:txBody>
      </p:sp>
      <p:cxnSp>
        <p:nvCxnSpPr>
          <p:cNvPr id="76" name="Straight Arrow Connector 75"/>
          <p:cNvCxnSpPr>
            <a:stCxn id="73" idx="0"/>
            <a:endCxn id="42" idx="2"/>
          </p:cNvCxnSpPr>
          <p:nvPr/>
        </p:nvCxnSpPr>
        <p:spPr>
          <a:xfrm flipV="1">
            <a:off x="4750920" y="2666999"/>
            <a:ext cx="0" cy="380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73" idx="2"/>
            <a:endCxn id="72" idx="0"/>
          </p:cNvCxnSpPr>
          <p:nvPr/>
        </p:nvCxnSpPr>
        <p:spPr>
          <a:xfrm>
            <a:off x="4750920" y="3580601"/>
            <a:ext cx="5749" cy="1030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434334" y="3929390"/>
            <a:ext cx="734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Release</a:t>
            </a:r>
            <a:endParaRPr lang="en-US" sz="1100" dirty="0">
              <a:latin typeface="+mj-lt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399809" y="2725587"/>
            <a:ext cx="696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Trigger</a:t>
            </a:r>
            <a:endParaRPr lang="en-US" sz="1100" dirty="0">
              <a:latin typeface="+mj-lt"/>
            </a:endParaRPr>
          </a:p>
        </p:txBody>
      </p:sp>
      <p:pic>
        <p:nvPicPr>
          <p:cNvPr id="12294" name="Picture 6" descr="Image result for teamcity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205" y="1523999"/>
            <a:ext cx="1355231" cy="60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ounded Rectangle 56"/>
          <p:cNvSpPr/>
          <p:nvPr/>
        </p:nvSpPr>
        <p:spPr>
          <a:xfrm>
            <a:off x="9069293" y="3124199"/>
            <a:ext cx="2716307" cy="2743201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96400" y="3208320"/>
            <a:ext cx="6351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j-lt"/>
              </a:rPr>
              <a:t>Build</a:t>
            </a:r>
            <a:r>
              <a:rPr lang="en-US" sz="1200" dirty="0">
                <a:solidFill>
                  <a:schemeClr val="accent2"/>
                </a:solidFill>
                <a:latin typeface="+mj-lt"/>
              </a:rPr>
              <a:t>*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9293" y="3644696"/>
            <a:ext cx="25582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smtClean="0">
                <a:latin typeface="+mj-lt"/>
              </a:rPr>
              <a:t>Build Feature as Container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Android =&gt; Update 4 last year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SBT/Scala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>
              <a:latin typeface="+mj-lt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9139383" y="4475693"/>
            <a:ext cx="248811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latin typeface="+mj-lt"/>
              </a:rPr>
              <a:t>Benefit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Easy to scale as container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No dependency needed on build agent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Fast startup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No state inside Container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>
              <a:latin typeface="+mj-lt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404106" y="2527757"/>
            <a:ext cx="12192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Unit Test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7404106" y="3264814"/>
            <a:ext cx="1219200" cy="5334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UI Test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7417920" y="3962400"/>
            <a:ext cx="1219200" cy="5334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Coverage Test</a:t>
            </a:r>
            <a:endParaRPr lang="en-US" sz="1100" dirty="0">
              <a:latin typeface="+mj-lt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416668" y="1752599"/>
            <a:ext cx="1219200" cy="533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7446177" y="4655705"/>
            <a:ext cx="1219200" cy="533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Package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10613465" y="1752599"/>
            <a:ext cx="1219200" cy="533400"/>
          </a:xfrm>
          <a:prstGeom prst="roundRect">
            <a:avLst/>
          </a:prstGeom>
          <a:solidFill>
            <a:srgbClr val="002060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>
                <a:latin typeface="+mj-lt"/>
              </a:rPr>
              <a:t>Prelive</a:t>
            </a:r>
            <a:endParaRPr lang="en-US" sz="1100" dirty="0">
              <a:latin typeface="+mj-lt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8990269" y="1273451"/>
            <a:ext cx="2977190" cy="521409"/>
            <a:chOff x="8990269" y="1273451"/>
            <a:chExt cx="2977190" cy="521409"/>
          </a:xfrm>
        </p:grpSpPr>
        <p:pic>
          <p:nvPicPr>
            <p:cNvPr id="65" name="Picture 2" descr="Image result for Octopus CI logo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4462" b="1639"/>
            <a:stretch/>
          </p:blipFill>
          <p:spPr bwMode="auto">
            <a:xfrm>
              <a:off x="10657208" y="1333499"/>
              <a:ext cx="1310251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0" name="Group 79"/>
            <p:cNvGrpSpPr/>
            <p:nvPr/>
          </p:nvGrpSpPr>
          <p:grpSpPr>
            <a:xfrm>
              <a:off x="8990269" y="1273451"/>
              <a:ext cx="1560544" cy="521409"/>
              <a:chOff x="8990269" y="1273451"/>
              <a:chExt cx="1560544" cy="521409"/>
            </a:xfrm>
          </p:grpSpPr>
          <p:pic>
            <p:nvPicPr>
              <p:cNvPr id="81" name="Picture 8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90269" y="1273451"/>
                <a:ext cx="495615" cy="521409"/>
              </a:xfrm>
              <a:prstGeom prst="rect">
                <a:avLst/>
              </a:prstGeom>
            </p:spPr>
          </p:pic>
          <p:sp>
            <p:nvSpPr>
              <p:cNvPr id="84" name="Text Placeholder 1"/>
              <p:cNvSpPr txBox="1">
                <a:spLocks/>
              </p:cNvSpPr>
              <p:nvPr/>
            </p:nvSpPr>
            <p:spPr>
              <a:xfrm>
                <a:off x="9451144" y="1380266"/>
                <a:ext cx="1099669" cy="307777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b="0" kern="1200">
                    <a:solidFill>
                      <a:srgbClr val="323232"/>
                    </a:solidFill>
                    <a:latin typeface="+mj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 smtClean="0"/>
                  <a:t>C-Spider</a:t>
                </a:r>
                <a:endParaRPr lang="en-US" sz="2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04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ounded Rectangle 104"/>
          <p:cNvSpPr/>
          <p:nvPr/>
        </p:nvSpPr>
        <p:spPr>
          <a:xfrm>
            <a:off x="1358435" y="4331185"/>
            <a:ext cx="4368872" cy="7121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1346128" y="3515274"/>
            <a:ext cx="4368872" cy="7121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346128" y="2716886"/>
            <a:ext cx="4368872" cy="7121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1346128" y="1878686"/>
            <a:ext cx="4368872" cy="7121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9616879" y="2290936"/>
            <a:ext cx="1582220" cy="28450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7913081" y="2290936"/>
            <a:ext cx="1582220" cy="28450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Build capability as Container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52400" y="990600"/>
            <a:ext cx="11887200" cy="5029200"/>
          </a:xfrm>
          <a:prstGeom prst="roundRect">
            <a:avLst>
              <a:gd name="adj" fmla="val 3255"/>
            </a:avLst>
          </a:prstGeom>
          <a:ln w="57150" cap="sq">
            <a:solidFill>
              <a:schemeClr val="bg1">
                <a:lumMod val="85000"/>
              </a:schemeClr>
            </a:solidFill>
          </a:ln>
        </p:spPr>
        <p:txBody>
          <a:bodyPr wrap="square" lIns="108000" tIns="108000" rIns="108000" bIns="108000">
            <a:noAutofit/>
          </a:bodyPr>
          <a:lstStyle/>
          <a:p>
            <a:endParaRPr lang="en-US" dirty="0"/>
          </a:p>
        </p:txBody>
      </p:sp>
      <p:sp>
        <p:nvSpPr>
          <p:cNvPr id="11" name="Content Placeholder 9"/>
          <p:cNvSpPr txBox="1">
            <a:spLocks/>
          </p:cNvSpPr>
          <p:nvPr/>
        </p:nvSpPr>
        <p:spPr>
          <a:xfrm>
            <a:off x="152400" y="990600"/>
            <a:ext cx="11887200" cy="5029200"/>
          </a:xfrm>
          <a:prstGeom prst="rect">
            <a:avLst/>
          </a:prstGeom>
          <a:ln w="57150" cap="sq">
            <a:noFill/>
          </a:ln>
        </p:spPr>
        <p:txBody>
          <a:bodyPr wrap="square" lIns="180000" tIns="180000" rIns="180000" bIns="18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1E1E1E"/>
              </a:solidFill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1509872" y="1980772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 A</a:t>
            </a:r>
            <a:endParaRPr lang="en-US" sz="1100" dirty="0">
              <a:latin typeface="+mj-lt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2933271" y="1980772"/>
            <a:ext cx="1219200" cy="533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Docker</a:t>
            </a:r>
            <a:endParaRPr lang="en-US" sz="1100" dirty="0">
              <a:latin typeface="+mj-lt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7913081" y="1611986"/>
            <a:ext cx="3286018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Docker Registry</a:t>
            </a:r>
            <a:endParaRPr lang="en-US" sz="1100" dirty="0">
              <a:latin typeface="+mj-lt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8123701" y="2434775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Android N</a:t>
            </a:r>
            <a:endParaRPr lang="en-US" sz="1100" dirty="0">
              <a:latin typeface="+mj-lt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8123701" y="3095745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Android M</a:t>
            </a:r>
            <a:endParaRPr lang="en-US" sz="1100" dirty="0">
              <a:latin typeface="+mj-lt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8151099" y="3772984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Android L</a:t>
            </a:r>
            <a:endParaRPr lang="en-US" sz="1100" dirty="0">
              <a:latin typeface="+mj-lt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8151099" y="4433954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Android K</a:t>
            </a:r>
            <a:endParaRPr lang="en-US" sz="1100" dirty="0">
              <a:latin typeface="+mj-lt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9798389" y="2434775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Scala 2.11.8</a:t>
            </a:r>
            <a:endParaRPr lang="en-US" sz="1100" dirty="0">
              <a:latin typeface="+mj-lt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798389" y="3116722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Scala 2.10.x</a:t>
            </a:r>
            <a:endParaRPr lang="en-US" sz="1100" dirty="0">
              <a:latin typeface="+mj-lt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9798389" y="3772984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Scala 2.9.x</a:t>
            </a:r>
            <a:endParaRPr lang="en-US" sz="1100" dirty="0">
              <a:latin typeface="+mj-lt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1509872" y="2794029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 B</a:t>
            </a:r>
            <a:endParaRPr lang="en-US" sz="1100" dirty="0">
              <a:latin typeface="+mj-lt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2933271" y="2794029"/>
            <a:ext cx="1219200" cy="533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Docker</a:t>
            </a:r>
            <a:endParaRPr lang="en-US" sz="1100" dirty="0">
              <a:latin typeface="+mj-lt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1509872" y="3607286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 C</a:t>
            </a:r>
            <a:endParaRPr lang="en-US" sz="1100" dirty="0">
              <a:latin typeface="+mj-lt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2933271" y="3607286"/>
            <a:ext cx="1219200" cy="533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Docker</a:t>
            </a:r>
            <a:endParaRPr lang="en-US" sz="1100" dirty="0">
              <a:latin typeface="+mj-lt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527638" y="4420543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 D</a:t>
            </a:r>
            <a:endParaRPr lang="en-US" sz="1100" dirty="0">
              <a:latin typeface="+mj-lt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2951037" y="4420543"/>
            <a:ext cx="1219200" cy="533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Docker</a:t>
            </a:r>
            <a:endParaRPr lang="en-US" sz="1100" dirty="0">
              <a:latin typeface="+mj-lt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4356242" y="1987194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Android N</a:t>
            </a:r>
            <a:endParaRPr lang="en-US" sz="1100" dirty="0">
              <a:latin typeface="+mj-lt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4363947" y="2800451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Scala 2.11.8</a:t>
            </a:r>
            <a:endParaRPr lang="en-US" sz="1100" dirty="0">
              <a:latin typeface="+mj-lt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4365659" y="3607286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Android M</a:t>
            </a:r>
            <a:endParaRPr lang="en-US" sz="1100" dirty="0">
              <a:latin typeface="+mj-lt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4374436" y="4420542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Scala 2.10.x</a:t>
            </a:r>
            <a:endParaRPr lang="en-US" sz="1100" dirty="0">
              <a:latin typeface="+mj-lt"/>
            </a:endParaRPr>
          </a:p>
        </p:txBody>
      </p:sp>
      <p:cxnSp>
        <p:nvCxnSpPr>
          <p:cNvPr id="23" name="Straight Arrow Connector 22"/>
          <p:cNvCxnSpPr>
            <a:stCxn id="81" idx="1"/>
            <a:endCxn id="98" idx="3"/>
          </p:cNvCxnSpPr>
          <p:nvPr/>
        </p:nvCxnSpPr>
        <p:spPr>
          <a:xfrm flipH="1" flipV="1">
            <a:off x="5575442" y="2253894"/>
            <a:ext cx="2548259" cy="447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7" idx="1"/>
            <a:endCxn id="99" idx="3"/>
          </p:cNvCxnSpPr>
          <p:nvPr/>
        </p:nvCxnSpPr>
        <p:spPr>
          <a:xfrm flipH="1">
            <a:off x="5583147" y="2701475"/>
            <a:ext cx="4215242" cy="365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84" idx="1"/>
            <a:endCxn id="100" idx="3"/>
          </p:cNvCxnSpPr>
          <p:nvPr/>
        </p:nvCxnSpPr>
        <p:spPr>
          <a:xfrm flipH="1">
            <a:off x="5584859" y="3362445"/>
            <a:ext cx="2538842" cy="511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8" idx="1"/>
            <a:endCxn id="101" idx="3"/>
          </p:cNvCxnSpPr>
          <p:nvPr/>
        </p:nvCxnSpPr>
        <p:spPr>
          <a:xfrm flipH="1">
            <a:off x="5593636" y="3383422"/>
            <a:ext cx="4204753" cy="1303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136123" y="2823216"/>
            <a:ext cx="108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+mj-lt"/>
              </a:rPr>
              <a:t>Pull image</a:t>
            </a:r>
            <a:endParaRPr lang="en-US" sz="1400" dirty="0">
              <a:latin typeface="+mj-lt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152931" y="2248739"/>
            <a:ext cx="108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+mj-lt"/>
              </a:rPr>
              <a:t>Pull image</a:t>
            </a:r>
            <a:endParaRPr lang="en-US" sz="1400" dirty="0">
              <a:latin typeface="+mj-lt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150470" y="3519006"/>
            <a:ext cx="108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+mj-lt"/>
              </a:rPr>
              <a:t>Pull image</a:t>
            </a:r>
            <a:endParaRPr lang="en-US" sz="1400" dirty="0">
              <a:latin typeface="+mj-lt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150469" y="4190257"/>
            <a:ext cx="108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+mj-lt"/>
              </a:rPr>
              <a:t>Pull image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1140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57"/>
          <p:cNvSpPr/>
          <p:nvPr/>
        </p:nvSpPr>
        <p:spPr>
          <a:xfrm>
            <a:off x="7193058" y="1524000"/>
            <a:ext cx="1693206" cy="3886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Container At Agoda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" y="990600"/>
            <a:ext cx="11887200" cy="5029200"/>
          </a:xfrm>
          <a:prstGeom prst="roundRect">
            <a:avLst>
              <a:gd name="adj" fmla="val 3255"/>
            </a:avLst>
          </a:prstGeom>
          <a:ln w="57150" cap="sq">
            <a:solidFill>
              <a:schemeClr val="bg1">
                <a:lumMod val="85000"/>
              </a:schemeClr>
            </a:solidFill>
          </a:ln>
        </p:spPr>
        <p:txBody>
          <a:bodyPr wrap="square" lIns="108000" tIns="108000" rIns="108000" bIns="108000">
            <a:noAutofit/>
          </a:bodyPr>
          <a:lstStyle/>
          <a:p>
            <a:endParaRPr lang="en-US" dirty="0"/>
          </a:p>
        </p:txBody>
      </p:sp>
      <p:sp>
        <p:nvSpPr>
          <p:cNvPr id="11" name="Content Placeholder 9"/>
          <p:cNvSpPr txBox="1">
            <a:spLocks/>
          </p:cNvSpPr>
          <p:nvPr/>
        </p:nvSpPr>
        <p:spPr>
          <a:xfrm>
            <a:off x="152400" y="990600"/>
            <a:ext cx="11887200" cy="5029200"/>
          </a:xfrm>
          <a:prstGeom prst="rect">
            <a:avLst/>
          </a:prstGeom>
          <a:ln w="57150" cap="sq">
            <a:noFill/>
          </a:ln>
        </p:spPr>
        <p:txBody>
          <a:bodyPr wrap="square" lIns="180000" tIns="180000" rIns="180000" bIns="18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1E1E1E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04800" y="2133600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Local Environment</a:t>
            </a:r>
            <a:endParaRPr lang="en-US" sz="1100" dirty="0"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4800" y="3048000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Local Environment</a:t>
            </a:r>
            <a:endParaRPr lang="en-US" sz="11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47" y="4572000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Local Environment</a:t>
            </a:r>
            <a:endParaRPr lang="en-US" sz="1100" dirty="0">
              <a:latin typeface="+mj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13547" y="3657600"/>
            <a:ext cx="228600" cy="838200"/>
            <a:chOff x="3581400" y="3657600"/>
            <a:chExt cx="228600" cy="838200"/>
          </a:xfrm>
        </p:grpSpPr>
        <p:sp>
          <p:nvSpPr>
            <p:cNvPr id="4" name="Oval 3"/>
            <p:cNvSpPr/>
            <p:nvPr/>
          </p:nvSpPr>
          <p:spPr>
            <a:xfrm>
              <a:off x="3581400" y="36576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581400" y="39624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42672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160120" y="2133600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Feature Branch</a:t>
            </a:r>
            <a:endParaRPr lang="en-US" sz="1100" dirty="0">
              <a:latin typeface="+mj-l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60120" y="3048000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Feature Branch</a:t>
            </a:r>
            <a:endParaRPr lang="en-US" sz="1100" dirty="0">
              <a:latin typeface="+mj-l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60120" y="4572000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Feature Branch</a:t>
            </a:r>
            <a:endParaRPr lang="en-US" sz="1100" dirty="0">
              <a:latin typeface="+mj-lt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655420" y="3657600"/>
            <a:ext cx="228600" cy="838200"/>
            <a:chOff x="3581400" y="3657600"/>
            <a:chExt cx="228600" cy="838200"/>
          </a:xfrm>
        </p:grpSpPr>
        <p:sp>
          <p:nvSpPr>
            <p:cNvPr id="17" name="Oval 16"/>
            <p:cNvSpPr/>
            <p:nvPr/>
          </p:nvSpPr>
          <p:spPr>
            <a:xfrm>
              <a:off x="3581400" y="3657600"/>
              <a:ext cx="228600" cy="228600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581400" y="3962400"/>
              <a:ext cx="228600" cy="228600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581400" y="4267200"/>
              <a:ext cx="228600" cy="228600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Straight Arrow Connector 19"/>
          <p:cNvCxnSpPr>
            <a:stCxn id="3" idx="3"/>
            <a:endCxn id="12" idx="1"/>
          </p:cNvCxnSpPr>
          <p:nvPr/>
        </p:nvCxnSpPr>
        <p:spPr>
          <a:xfrm>
            <a:off x="1524000" y="2400300"/>
            <a:ext cx="636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3"/>
            <a:endCxn id="14" idx="1"/>
          </p:cNvCxnSpPr>
          <p:nvPr/>
        </p:nvCxnSpPr>
        <p:spPr>
          <a:xfrm>
            <a:off x="1524000" y="3314700"/>
            <a:ext cx="636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15" idx="1"/>
          </p:cNvCxnSpPr>
          <p:nvPr/>
        </p:nvCxnSpPr>
        <p:spPr>
          <a:xfrm>
            <a:off x="1537447" y="4838700"/>
            <a:ext cx="6226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81043" y="2184856"/>
            <a:ext cx="712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Commit</a:t>
            </a:r>
            <a:endParaRPr lang="en-US" sz="1100" dirty="0"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0575" y="3099256"/>
            <a:ext cx="712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Commit</a:t>
            </a:r>
            <a:endParaRPr lang="en-US" sz="1100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74320" y="4623256"/>
            <a:ext cx="712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Commit</a:t>
            </a:r>
            <a:endParaRPr lang="en-US" sz="1100" dirty="0">
              <a:latin typeface="+mj-lt"/>
            </a:endParaRPr>
          </a:p>
        </p:txBody>
      </p:sp>
      <p:sp>
        <p:nvSpPr>
          <p:cNvPr id="36" name="Circular Arrow 35"/>
          <p:cNvSpPr/>
          <p:nvPr/>
        </p:nvSpPr>
        <p:spPr>
          <a:xfrm rot="5400000">
            <a:off x="3140044" y="2205090"/>
            <a:ext cx="499106" cy="57711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Circular Arrow 36"/>
          <p:cNvSpPr/>
          <p:nvPr/>
        </p:nvSpPr>
        <p:spPr>
          <a:xfrm rot="5400000">
            <a:off x="3140044" y="3115499"/>
            <a:ext cx="499106" cy="57711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Circular Arrow 37"/>
          <p:cNvSpPr/>
          <p:nvPr/>
        </p:nvSpPr>
        <p:spPr>
          <a:xfrm rot="5400000">
            <a:off x="3126597" y="4643490"/>
            <a:ext cx="499106" cy="57711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54653" y="1870752"/>
            <a:ext cx="68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Review</a:t>
            </a:r>
            <a:endParaRPr lang="en-US" sz="1100" dirty="0"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30072" y="2661108"/>
            <a:ext cx="7521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Pull</a:t>
            </a:r>
          </a:p>
          <a:p>
            <a:pPr algn="ctr"/>
            <a:r>
              <a:rPr lang="en-US" sz="1100" dirty="0" smtClean="0">
                <a:latin typeface="+mj-lt"/>
              </a:rPr>
              <a:t>Request</a:t>
            </a:r>
            <a:endParaRPr lang="en-US" sz="1100" dirty="0">
              <a:latin typeface="+mj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348637" y="5131712"/>
            <a:ext cx="68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Review</a:t>
            </a:r>
            <a:endParaRPr lang="en-US" sz="1100" dirty="0">
              <a:latin typeface="+mj-lt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141320" y="2133599"/>
            <a:ext cx="1219200" cy="533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CI Server</a:t>
            </a:r>
            <a:endParaRPr lang="en-US" sz="1100" dirty="0">
              <a:latin typeface="+mj-lt"/>
            </a:endParaRPr>
          </a:p>
        </p:txBody>
      </p:sp>
      <p:cxnSp>
        <p:nvCxnSpPr>
          <p:cNvPr id="44" name="Straight Arrow Connector 43"/>
          <p:cNvCxnSpPr>
            <a:stCxn id="12" idx="3"/>
            <a:endCxn id="73" idx="1"/>
          </p:cNvCxnSpPr>
          <p:nvPr/>
        </p:nvCxnSpPr>
        <p:spPr>
          <a:xfrm>
            <a:off x="3379320" y="2400300"/>
            <a:ext cx="762000" cy="913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762812" y="2133599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</a:t>
            </a:r>
            <a:endParaRPr lang="en-US" sz="1100" dirty="0">
              <a:latin typeface="+mj-lt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404106" y="2527757"/>
            <a:ext cx="12192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Unit Test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404106" y="3264814"/>
            <a:ext cx="1219200" cy="5334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UI Test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417920" y="3962400"/>
            <a:ext cx="1219200" cy="5334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Coverage Test</a:t>
            </a:r>
            <a:endParaRPr lang="en-US" sz="1100" dirty="0">
              <a:latin typeface="+mj-lt"/>
            </a:endParaRPr>
          </a:p>
        </p:txBody>
      </p:sp>
      <p:cxnSp>
        <p:nvCxnSpPr>
          <p:cNvPr id="52" name="Straight Arrow Connector 51"/>
          <p:cNvCxnSpPr>
            <a:stCxn id="42" idx="3"/>
            <a:endCxn id="47" idx="1"/>
          </p:cNvCxnSpPr>
          <p:nvPr/>
        </p:nvCxnSpPr>
        <p:spPr>
          <a:xfrm>
            <a:off x="5360520" y="2400299"/>
            <a:ext cx="4022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7" idx="3"/>
          </p:cNvCxnSpPr>
          <p:nvPr/>
        </p:nvCxnSpPr>
        <p:spPr>
          <a:xfrm>
            <a:off x="6982012" y="2400299"/>
            <a:ext cx="211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7416668" y="1752599"/>
            <a:ext cx="1219200" cy="533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446177" y="4655705"/>
            <a:ext cx="1219200" cy="533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Package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187331" y="2133599"/>
            <a:ext cx="1219200" cy="533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Deploy</a:t>
            </a:r>
            <a:endParaRPr lang="en-US" sz="1100" dirty="0">
              <a:latin typeface="+mj-lt"/>
            </a:endParaRPr>
          </a:p>
        </p:txBody>
      </p:sp>
      <p:cxnSp>
        <p:nvCxnSpPr>
          <p:cNvPr id="63" name="Straight Arrow Connector 62"/>
          <p:cNvCxnSpPr>
            <a:endCxn id="62" idx="1"/>
          </p:cNvCxnSpPr>
          <p:nvPr/>
        </p:nvCxnSpPr>
        <p:spPr>
          <a:xfrm>
            <a:off x="8886264" y="2400299"/>
            <a:ext cx="3010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0613465" y="1752599"/>
            <a:ext cx="1219200" cy="533400"/>
          </a:xfrm>
          <a:prstGeom prst="roundRect">
            <a:avLst/>
          </a:prstGeom>
          <a:solidFill>
            <a:srgbClr val="002060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>
                <a:latin typeface="+mj-lt"/>
              </a:rPr>
              <a:t>Prelive</a:t>
            </a:r>
            <a:endParaRPr lang="en-US" sz="1100" dirty="0">
              <a:latin typeface="+mj-lt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0608796" y="2476501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Live</a:t>
            </a:r>
            <a:endParaRPr lang="en-US" sz="1100" dirty="0">
              <a:latin typeface="+mj-lt"/>
            </a:endParaRPr>
          </a:p>
        </p:txBody>
      </p:sp>
      <p:cxnSp>
        <p:nvCxnSpPr>
          <p:cNvPr id="67" name="Elbow Connector 66"/>
          <p:cNvCxnSpPr>
            <a:stCxn id="62" idx="0"/>
            <a:endCxn id="65" idx="1"/>
          </p:cNvCxnSpPr>
          <p:nvPr/>
        </p:nvCxnSpPr>
        <p:spPr>
          <a:xfrm rot="5400000" flipH="1" flipV="1">
            <a:off x="10148048" y="1668182"/>
            <a:ext cx="114300" cy="8165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62" idx="2"/>
            <a:endCxn id="66" idx="1"/>
          </p:cNvCxnSpPr>
          <p:nvPr/>
        </p:nvCxnSpPr>
        <p:spPr>
          <a:xfrm rot="16200000" flipH="1">
            <a:off x="10164762" y="2299167"/>
            <a:ext cx="76202" cy="8118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2" name="Picture 4" descr="Image result for github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20" y="1623934"/>
            <a:ext cx="1188517" cy="39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Rounded Rectangle 71"/>
          <p:cNvSpPr/>
          <p:nvPr/>
        </p:nvSpPr>
        <p:spPr>
          <a:xfrm>
            <a:off x="4147069" y="4610994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Master Branch</a:t>
            </a:r>
            <a:endParaRPr lang="en-US" sz="1100" dirty="0">
              <a:latin typeface="+mj-lt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141320" y="3047201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Develop Branch</a:t>
            </a:r>
            <a:endParaRPr lang="en-US" sz="1100" dirty="0">
              <a:latin typeface="+mj-lt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307586" y="3593757"/>
            <a:ext cx="68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Review</a:t>
            </a:r>
            <a:endParaRPr lang="en-US" sz="1100" dirty="0">
              <a:latin typeface="+mj-lt"/>
            </a:endParaRPr>
          </a:p>
        </p:txBody>
      </p:sp>
      <p:cxnSp>
        <p:nvCxnSpPr>
          <p:cNvPr id="76" name="Straight Arrow Connector 75"/>
          <p:cNvCxnSpPr>
            <a:stCxn id="73" idx="0"/>
            <a:endCxn id="42" idx="2"/>
          </p:cNvCxnSpPr>
          <p:nvPr/>
        </p:nvCxnSpPr>
        <p:spPr>
          <a:xfrm flipV="1">
            <a:off x="4750920" y="2666999"/>
            <a:ext cx="0" cy="380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73" idx="2"/>
            <a:endCxn id="72" idx="0"/>
          </p:cNvCxnSpPr>
          <p:nvPr/>
        </p:nvCxnSpPr>
        <p:spPr>
          <a:xfrm>
            <a:off x="4750920" y="3580601"/>
            <a:ext cx="5749" cy="1030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434334" y="3929390"/>
            <a:ext cx="734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Release</a:t>
            </a:r>
            <a:endParaRPr lang="en-US" sz="1100" dirty="0">
              <a:latin typeface="+mj-lt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399809" y="2725587"/>
            <a:ext cx="696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Trigger</a:t>
            </a:r>
            <a:endParaRPr lang="en-US" sz="1100" dirty="0">
              <a:latin typeface="+mj-lt"/>
            </a:endParaRPr>
          </a:p>
        </p:txBody>
      </p:sp>
      <p:pic>
        <p:nvPicPr>
          <p:cNvPr id="12294" name="Picture 6" descr="Image result for teamcity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205" y="1523999"/>
            <a:ext cx="1355231" cy="60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ounded Rectangle 56"/>
          <p:cNvSpPr/>
          <p:nvPr/>
        </p:nvSpPr>
        <p:spPr>
          <a:xfrm>
            <a:off x="9069293" y="3124199"/>
            <a:ext cx="2716307" cy="2743201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28304" y="3208320"/>
            <a:ext cx="7713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smtClean="0">
                <a:latin typeface="+mj-lt"/>
              </a:rPr>
              <a:t>UI Test</a:t>
            </a:r>
            <a:r>
              <a:rPr lang="en-US" sz="12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2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111126" y="3622257"/>
            <a:ext cx="28824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latin typeface="+mj-lt"/>
              </a:rPr>
              <a:t>Scalable UI Test Farm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Scalable Selenium Farm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Multiple browser support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Fast to spawn and remove browser nodes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No state of browser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Better resource allocation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Easy to maintenance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>
              <a:latin typeface="+mj-lt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8990269" y="1273451"/>
            <a:ext cx="2977190" cy="521409"/>
            <a:chOff x="8990269" y="1273451"/>
            <a:chExt cx="2977190" cy="521409"/>
          </a:xfrm>
        </p:grpSpPr>
        <p:pic>
          <p:nvPicPr>
            <p:cNvPr id="68" name="Picture 2" descr="Image result for Octopus CI logo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4462" b="1639"/>
            <a:stretch/>
          </p:blipFill>
          <p:spPr bwMode="auto">
            <a:xfrm>
              <a:off x="10657208" y="1333499"/>
              <a:ext cx="1310251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0" name="Group 69"/>
            <p:cNvGrpSpPr/>
            <p:nvPr/>
          </p:nvGrpSpPr>
          <p:grpSpPr>
            <a:xfrm>
              <a:off x="8990269" y="1273451"/>
              <a:ext cx="1560544" cy="521409"/>
              <a:chOff x="8990269" y="1273451"/>
              <a:chExt cx="1560544" cy="521409"/>
            </a:xfrm>
          </p:grpSpPr>
          <p:pic>
            <p:nvPicPr>
              <p:cNvPr id="71" name="Picture 7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90269" y="1273451"/>
                <a:ext cx="495615" cy="521409"/>
              </a:xfrm>
              <a:prstGeom prst="rect">
                <a:avLst/>
              </a:prstGeom>
            </p:spPr>
          </p:pic>
          <p:sp>
            <p:nvSpPr>
              <p:cNvPr id="74" name="Text Placeholder 1"/>
              <p:cNvSpPr txBox="1">
                <a:spLocks/>
              </p:cNvSpPr>
              <p:nvPr/>
            </p:nvSpPr>
            <p:spPr>
              <a:xfrm>
                <a:off x="9451144" y="1380266"/>
                <a:ext cx="1099669" cy="307777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b="0" kern="1200">
                    <a:solidFill>
                      <a:srgbClr val="323232"/>
                    </a:solidFill>
                    <a:latin typeface="+mj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 smtClean="0"/>
                  <a:t>C-Spider</a:t>
                </a:r>
                <a:endParaRPr lang="en-US" sz="2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294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ounded Rectangle 90"/>
          <p:cNvSpPr/>
          <p:nvPr/>
        </p:nvSpPr>
        <p:spPr>
          <a:xfrm>
            <a:off x="9616879" y="2290936"/>
            <a:ext cx="1582220" cy="28450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7913081" y="2290936"/>
            <a:ext cx="1582220" cy="28450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Test capability as Container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52400" y="990600"/>
            <a:ext cx="11887200" cy="5029200"/>
          </a:xfrm>
          <a:prstGeom prst="roundRect">
            <a:avLst>
              <a:gd name="adj" fmla="val 3255"/>
            </a:avLst>
          </a:prstGeom>
          <a:ln w="57150" cap="sq">
            <a:solidFill>
              <a:schemeClr val="bg1">
                <a:lumMod val="85000"/>
              </a:schemeClr>
            </a:solidFill>
          </a:ln>
        </p:spPr>
        <p:txBody>
          <a:bodyPr wrap="square" lIns="108000" tIns="108000" rIns="108000" bIns="108000">
            <a:noAutofit/>
          </a:bodyPr>
          <a:lstStyle/>
          <a:p>
            <a:endParaRPr lang="en-US" dirty="0"/>
          </a:p>
        </p:txBody>
      </p:sp>
      <p:sp>
        <p:nvSpPr>
          <p:cNvPr id="11" name="Content Placeholder 9"/>
          <p:cNvSpPr txBox="1">
            <a:spLocks/>
          </p:cNvSpPr>
          <p:nvPr/>
        </p:nvSpPr>
        <p:spPr>
          <a:xfrm>
            <a:off x="152400" y="990600"/>
            <a:ext cx="11887200" cy="5029200"/>
          </a:xfrm>
          <a:prstGeom prst="rect">
            <a:avLst/>
          </a:prstGeom>
          <a:ln w="57150" cap="sq">
            <a:noFill/>
          </a:ln>
        </p:spPr>
        <p:txBody>
          <a:bodyPr wrap="square" lIns="180000" tIns="180000" rIns="180000" bIns="18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1E1E1E"/>
              </a:solidFill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48835" y="1219200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 A</a:t>
            </a:r>
            <a:endParaRPr lang="en-US" sz="1100" dirty="0">
              <a:latin typeface="+mj-lt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2971800" y="2145386"/>
            <a:ext cx="1219200" cy="533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Selenium Grid API</a:t>
            </a:r>
            <a:endParaRPr lang="en-US" sz="1100" dirty="0">
              <a:latin typeface="+mj-lt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7913081" y="1611986"/>
            <a:ext cx="3286018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Docker Registry</a:t>
            </a:r>
            <a:endParaRPr lang="en-US" sz="1100" dirty="0">
              <a:latin typeface="+mj-lt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8123701" y="2434775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Selenium Hub 2.53</a:t>
            </a:r>
            <a:endParaRPr lang="en-US" sz="1100" dirty="0">
              <a:latin typeface="+mj-lt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8123701" y="3095745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Selenium Hub 2.48</a:t>
            </a:r>
            <a:endParaRPr lang="en-US" sz="1100" dirty="0">
              <a:latin typeface="+mj-lt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9798389" y="2434775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Selenium Node 2.53 Chrome</a:t>
            </a:r>
            <a:endParaRPr lang="en-US" sz="1100" dirty="0">
              <a:latin typeface="+mj-lt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798389" y="3116722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+mj-lt"/>
              </a:rPr>
              <a:t>Selenium Node 2.53 </a:t>
            </a:r>
            <a:r>
              <a:rPr lang="en-US" sz="1100" dirty="0" smtClean="0">
                <a:latin typeface="+mj-lt"/>
              </a:rPr>
              <a:t>Firefox</a:t>
            </a:r>
            <a:endParaRPr lang="en-US" sz="1100" dirty="0">
              <a:latin typeface="+mj-lt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2203941" y="1206985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 B</a:t>
            </a:r>
            <a:endParaRPr lang="en-US" sz="1100" dirty="0">
              <a:latin typeface="+mj-lt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3659047" y="1212379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 C</a:t>
            </a:r>
            <a:endParaRPr lang="en-US" sz="1100" dirty="0">
              <a:latin typeface="+mj-lt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5117707" y="1224423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 D</a:t>
            </a:r>
            <a:endParaRPr lang="en-US" sz="1100" dirty="0">
              <a:latin typeface="+mj-lt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450073" y="3649389"/>
            <a:ext cx="108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+mj-lt"/>
              </a:rPr>
              <a:t>Pull image</a:t>
            </a:r>
            <a:endParaRPr lang="en-US" sz="1400" dirty="0">
              <a:latin typeface="+mj-lt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798389" y="3772984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Selenium Node 2.48 Chrome</a:t>
            </a:r>
            <a:endParaRPr lang="en-US" sz="1100" dirty="0">
              <a:latin typeface="+mj-lt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798389" y="4454931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+mj-lt"/>
              </a:rPr>
              <a:t>Selenium Node </a:t>
            </a:r>
            <a:r>
              <a:rPr lang="en-US" sz="1100" dirty="0" smtClean="0">
                <a:latin typeface="+mj-lt"/>
              </a:rPr>
              <a:t>2.48 Firefox</a:t>
            </a:r>
            <a:endParaRPr lang="en-US" sz="1100" dirty="0">
              <a:latin typeface="+mj-lt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43224" y="2925894"/>
            <a:ext cx="1582220" cy="28450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2336064" y="2926750"/>
            <a:ext cx="1582220" cy="28450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131794" y="2930389"/>
            <a:ext cx="1582220" cy="28450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924634" y="2926750"/>
            <a:ext cx="1582220" cy="28450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3" name="Left-Right Arrow 2"/>
          <p:cNvSpPr/>
          <p:nvPr/>
        </p:nvSpPr>
        <p:spPr>
          <a:xfrm>
            <a:off x="583667" y="5647896"/>
            <a:ext cx="6756299" cy="3079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+mj-lt"/>
              </a:rPr>
              <a:t>Overlay Network</a:t>
            </a:r>
            <a:endParaRPr lang="en-US" sz="1200" dirty="0">
              <a:latin typeface="+mj-lt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710637" y="3095745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Hub A</a:t>
            </a:r>
            <a:endParaRPr lang="en-US" sz="1100" dirty="0">
              <a:latin typeface="+mj-lt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531671" y="3095745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Hub B</a:t>
            </a:r>
            <a:endParaRPr lang="en-US" sz="1100" dirty="0">
              <a:latin typeface="+mj-lt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313304" y="3095745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Hub C</a:t>
            </a:r>
            <a:endParaRPr lang="en-US" sz="1100" dirty="0">
              <a:latin typeface="+mj-lt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98305" y="3095745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Hub D</a:t>
            </a:r>
            <a:endParaRPr lang="en-US" sz="1100" dirty="0">
              <a:latin typeface="+mj-lt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10637" y="3720146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Node A-1</a:t>
            </a:r>
            <a:endParaRPr lang="en-US" sz="1100" dirty="0">
              <a:latin typeface="+mj-lt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10637" y="4344547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Node B-1</a:t>
            </a:r>
            <a:endParaRPr lang="en-US" sz="1100" dirty="0">
              <a:latin typeface="+mj-lt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10637" y="4969232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Node C-1</a:t>
            </a:r>
            <a:endParaRPr lang="en-US" sz="1100" dirty="0">
              <a:latin typeface="+mj-lt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2531671" y="3720146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Node B-2</a:t>
            </a:r>
            <a:endParaRPr lang="en-US" sz="1100" dirty="0">
              <a:latin typeface="+mj-lt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531671" y="4344547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Node C-2</a:t>
            </a:r>
            <a:endParaRPr lang="en-US" sz="1100" dirty="0">
              <a:latin typeface="+mj-lt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531671" y="4969232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Node D-1</a:t>
            </a:r>
            <a:endParaRPr lang="en-US" sz="1100" dirty="0">
              <a:latin typeface="+mj-lt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314435" y="3720146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Node C-3</a:t>
            </a:r>
            <a:endParaRPr lang="en-US" sz="1100" dirty="0">
              <a:latin typeface="+mj-lt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4314435" y="4344547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Node D-2</a:t>
            </a:r>
            <a:endParaRPr lang="en-US" sz="1100" dirty="0">
              <a:latin typeface="+mj-lt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314435" y="4969232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Node A-2</a:t>
            </a:r>
            <a:endParaRPr lang="en-US" sz="1100" dirty="0">
              <a:latin typeface="+mj-lt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105372" y="3725981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Node B-3</a:t>
            </a:r>
            <a:endParaRPr lang="en-US" sz="1100" dirty="0">
              <a:latin typeface="+mj-lt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6105372" y="4350382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Node A-3</a:t>
            </a:r>
            <a:endParaRPr lang="en-US" sz="1100" dirty="0">
              <a:latin typeface="+mj-lt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105372" y="4975067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Node D-3</a:t>
            </a:r>
            <a:endParaRPr lang="en-US" sz="1100" dirty="0">
              <a:latin typeface="+mj-lt"/>
            </a:endParaRPr>
          </a:p>
        </p:txBody>
      </p:sp>
      <p:cxnSp>
        <p:nvCxnSpPr>
          <p:cNvPr id="5" name="Straight Arrow Connector 4"/>
          <p:cNvCxnSpPr>
            <a:stCxn id="61" idx="2"/>
            <a:endCxn id="65" idx="0"/>
          </p:cNvCxnSpPr>
          <p:nvPr/>
        </p:nvCxnSpPr>
        <p:spPr>
          <a:xfrm>
            <a:off x="1358435" y="1752600"/>
            <a:ext cx="2222965" cy="392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92" idx="2"/>
            <a:endCxn id="65" idx="0"/>
          </p:cNvCxnSpPr>
          <p:nvPr/>
        </p:nvCxnSpPr>
        <p:spPr>
          <a:xfrm>
            <a:off x="2813541" y="1740385"/>
            <a:ext cx="767859" cy="405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94" idx="2"/>
            <a:endCxn id="65" idx="0"/>
          </p:cNvCxnSpPr>
          <p:nvPr/>
        </p:nvCxnSpPr>
        <p:spPr>
          <a:xfrm flipH="1">
            <a:off x="3581400" y="1745779"/>
            <a:ext cx="687247" cy="399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96" idx="2"/>
            <a:endCxn id="65" idx="0"/>
          </p:cNvCxnSpPr>
          <p:nvPr/>
        </p:nvCxnSpPr>
        <p:spPr>
          <a:xfrm flipH="1">
            <a:off x="3581400" y="1757823"/>
            <a:ext cx="2145907" cy="387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5" idx="2"/>
            <a:endCxn id="41" idx="0"/>
          </p:cNvCxnSpPr>
          <p:nvPr/>
        </p:nvCxnSpPr>
        <p:spPr>
          <a:xfrm flipH="1">
            <a:off x="1334334" y="2678786"/>
            <a:ext cx="2247066" cy="247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5" idx="2"/>
            <a:endCxn id="42" idx="0"/>
          </p:cNvCxnSpPr>
          <p:nvPr/>
        </p:nvCxnSpPr>
        <p:spPr>
          <a:xfrm flipH="1">
            <a:off x="3127174" y="2678786"/>
            <a:ext cx="454226" cy="247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5" idx="2"/>
            <a:endCxn id="43" idx="0"/>
          </p:cNvCxnSpPr>
          <p:nvPr/>
        </p:nvCxnSpPr>
        <p:spPr>
          <a:xfrm>
            <a:off x="3581400" y="2678786"/>
            <a:ext cx="1341504" cy="251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5" idx="2"/>
            <a:endCxn id="44" idx="0"/>
          </p:cNvCxnSpPr>
          <p:nvPr/>
        </p:nvCxnSpPr>
        <p:spPr>
          <a:xfrm>
            <a:off x="3581400" y="2678786"/>
            <a:ext cx="3134344" cy="247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129527" y="2664153"/>
            <a:ext cx="108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+mj-lt"/>
              </a:rPr>
              <a:t>Pull image</a:t>
            </a:r>
            <a:endParaRPr lang="en-US" sz="1400" dirty="0">
              <a:latin typeface="+mj-lt"/>
            </a:endParaRPr>
          </a:p>
        </p:txBody>
      </p:sp>
      <p:cxnSp>
        <p:nvCxnSpPr>
          <p:cNvPr id="24" name="Straight Arrow Connector 23"/>
          <p:cNvCxnSpPr>
            <a:stCxn id="81" idx="1"/>
            <a:endCxn id="50" idx="3"/>
          </p:cNvCxnSpPr>
          <p:nvPr/>
        </p:nvCxnSpPr>
        <p:spPr>
          <a:xfrm flipH="1">
            <a:off x="7317505" y="2701475"/>
            <a:ext cx="806196" cy="660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87" idx="1"/>
            <a:endCxn id="60" idx="3"/>
          </p:cNvCxnSpPr>
          <p:nvPr/>
        </p:nvCxnSpPr>
        <p:spPr>
          <a:xfrm flipH="1">
            <a:off x="7324572" y="2701475"/>
            <a:ext cx="2473817" cy="1291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2994062" y="2632260"/>
            <a:ext cx="1201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+mj-lt"/>
              </a:rPr>
              <a:t>Spawn Grid</a:t>
            </a:r>
            <a:endParaRPr lang="en-US" sz="1400" dirty="0">
              <a:latin typeface="+mj-lt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883020" y="1809495"/>
            <a:ext cx="3423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+mj-lt"/>
              </a:rPr>
              <a:t>Request Grid For UI Acceptance Test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562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57"/>
          <p:cNvSpPr/>
          <p:nvPr/>
        </p:nvSpPr>
        <p:spPr>
          <a:xfrm>
            <a:off x="7193058" y="1524000"/>
            <a:ext cx="1693206" cy="3886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Container At Agoda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" y="990600"/>
            <a:ext cx="11887200" cy="5029200"/>
          </a:xfrm>
          <a:prstGeom prst="roundRect">
            <a:avLst>
              <a:gd name="adj" fmla="val 3255"/>
            </a:avLst>
          </a:prstGeom>
          <a:ln w="57150" cap="sq">
            <a:solidFill>
              <a:schemeClr val="bg1">
                <a:lumMod val="85000"/>
              </a:schemeClr>
            </a:solidFill>
          </a:ln>
        </p:spPr>
        <p:txBody>
          <a:bodyPr wrap="square" lIns="108000" tIns="108000" rIns="108000" bIns="108000">
            <a:noAutofit/>
          </a:bodyPr>
          <a:lstStyle/>
          <a:p>
            <a:endParaRPr lang="en-US" dirty="0"/>
          </a:p>
        </p:txBody>
      </p:sp>
      <p:sp>
        <p:nvSpPr>
          <p:cNvPr id="11" name="Content Placeholder 9"/>
          <p:cNvSpPr txBox="1">
            <a:spLocks/>
          </p:cNvSpPr>
          <p:nvPr/>
        </p:nvSpPr>
        <p:spPr>
          <a:xfrm>
            <a:off x="152400" y="990600"/>
            <a:ext cx="11887200" cy="5029200"/>
          </a:xfrm>
          <a:prstGeom prst="rect">
            <a:avLst/>
          </a:prstGeom>
          <a:ln w="57150" cap="sq">
            <a:noFill/>
          </a:ln>
        </p:spPr>
        <p:txBody>
          <a:bodyPr wrap="square" lIns="180000" tIns="180000" rIns="180000" bIns="18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1E1E1E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04800" y="2133600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Local Environment</a:t>
            </a:r>
            <a:endParaRPr lang="en-US" sz="1100" dirty="0"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4800" y="3048000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Local Environment</a:t>
            </a:r>
            <a:endParaRPr lang="en-US" sz="11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47" y="4572000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Local Environment</a:t>
            </a:r>
            <a:endParaRPr lang="en-US" sz="1100" dirty="0">
              <a:latin typeface="+mj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13547" y="3657600"/>
            <a:ext cx="228600" cy="838200"/>
            <a:chOff x="3581400" y="3657600"/>
            <a:chExt cx="228600" cy="838200"/>
          </a:xfrm>
        </p:grpSpPr>
        <p:sp>
          <p:nvSpPr>
            <p:cNvPr id="4" name="Oval 3"/>
            <p:cNvSpPr/>
            <p:nvPr/>
          </p:nvSpPr>
          <p:spPr>
            <a:xfrm>
              <a:off x="3581400" y="36576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581400" y="39624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42672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160120" y="2133600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Feature Branch</a:t>
            </a:r>
            <a:endParaRPr lang="en-US" sz="1100" dirty="0">
              <a:latin typeface="+mj-l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60120" y="3048000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Feature Branch</a:t>
            </a:r>
            <a:endParaRPr lang="en-US" sz="1100" dirty="0">
              <a:latin typeface="+mj-l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60120" y="4572000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Feature Branch</a:t>
            </a:r>
            <a:endParaRPr lang="en-US" sz="1100" dirty="0">
              <a:latin typeface="+mj-lt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655420" y="3657600"/>
            <a:ext cx="228600" cy="838200"/>
            <a:chOff x="3581400" y="3657600"/>
            <a:chExt cx="228600" cy="838200"/>
          </a:xfrm>
        </p:grpSpPr>
        <p:sp>
          <p:nvSpPr>
            <p:cNvPr id="17" name="Oval 16"/>
            <p:cNvSpPr/>
            <p:nvPr/>
          </p:nvSpPr>
          <p:spPr>
            <a:xfrm>
              <a:off x="3581400" y="3657600"/>
              <a:ext cx="228600" cy="228600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581400" y="3962400"/>
              <a:ext cx="228600" cy="228600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581400" y="4267200"/>
              <a:ext cx="228600" cy="228600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Straight Arrow Connector 19"/>
          <p:cNvCxnSpPr>
            <a:stCxn id="3" idx="3"/>
            <a:endCxn id="12" idx="1"/>
          </p:cNvCxnSpPr>
          <p:nvPr/>
        </p:nvCxnSpPr>
        <p:spPr>
          <a:xfrm>
            <a:off x="1524000" y="2400300"/>
            <a:ext cx="636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3"/>
            <a:endCxn id="14" idx="1"/>
          </p:cNvCxnSpPr>
          <p:nvPr/>
        </p:nvCxnSpPr>
        <p:spPr>
          <a:xfrm>
            <a:off x="1524000" y="3314700"/>
            <a:ext cx="636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15" idx="1"/>
          </p:cNvCxnSpPr>
          <p:nvPr/>
        </p:nvCxnSpPr>
        <p:spPr>
          <a:xfrm>
            <a:off x="1537447" y="4838700"/>
            <a:ext cx="6226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81043" y="2184856"/>
            <a:ext cx="712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Commit</a:t>
            </a:r>
            <a:endParaRPr lang="en-US" sz="1100" dirty="0"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0575" y="3099256"/>
            <a:ext cx="712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Commit</a:t>
            </a:r>
            <a:endParaRPr lang="en-US" sz="1100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74320" y="4623256"/>
            <a:ext cx="7120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Commit</a:t>
            </a:r>
            <a:endParaRPr lang="en-US" sz="1100" dirty="0">
              <a:latin typeface="+mj-lt"/>
            </a:endParaRPr>
          </a:p>
        </p:txBody>
      </p:sp>
      <p:sp>
        <p:nvSpPr>
          <p:cNvPr id="36" name="Circular Arrow 35"/>
          <p:cNvSpPr/>
          <p:nvPr/>
        </p:nvSpPr>
        <p:spPr>
          <a:xfrm rot="5400000">
            <a:off x="3140044" y="2205090"/>
            <a:ext cx="499106" cy="57711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Circular Arrow 36"/>
          <p:cNvSpPr/>
          <p:nvPr/>
        </p:nvSpPr>
        <p:spPr>
          <a:xfrm rot="5400000">
            <a:off x="3140044" y="3115499"/>
            <a:ext cx="499106" cy="57711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Circular Arrow 37"/>
          <p:cNvSpPr/>
          <p:nvPr/>
        </p:nvSpPr>
        <p:spPr>
          <a:xfrm rot="5400000">
            <a:off x="3126597" y="4643490"/>
            <a:ext cx="499106" cy="57711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54653" y="1870752"/>
            <a:ext cx="68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Review</a:t>
            </a:r>
            <a:endParaRPr lang="en-US" sz="1100" dirty="0"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30072" y="2661108"/>
            <a:ext cx="7521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Pull</a:t>
            </a:r>
          </a:p>
          <a:p>
            <a:pPr algn="ctr"/>
            <a:r>
              <a:rPr lang="en-US" sz="1100" dirty="0" smtClean="0">
                <a:latin typeface="+mj-lt"/>
              </a:rPr>
              <a:t>Request</a:t>
            </a:r>
            <a:endParaRPr lang="en-US" sz="1100" dirty="0">
              <a:latin typeface="+mj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348637" y="5131712"/>
            <a:ext cx="68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Review</a:t>
            </a:r>
            <a:endParaRPr lang="en-US" sz="1100" dirty="0">
              <a:latin typeface="+mj-lt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141320" y="2133599"/>
            <a:ext cx="1219200" cy="533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CI Server</a:t>
            </a:r>
            <a:endParaRPr lang="en-US" sz="1100" dirty="0">
              <a:latin typeface="+mj-lt"/>
            </a:endParaRPr>
          </a:p>
        </p:txBody>
      </p:sp>
      <p:cxnSp>
        <p:nvCxnSpPr>
          <p:cNvPr id="44" name="Straight Arrow Connector 43"/>
          <p:cNvCxnSpPr>
            <a:stCxn id="12" idx="3"/>
            <a:endCxn id="73" idx="1"/>
          </p:cNvCxnSpPr>
          <p:nvPr/>
        </p:nvCxnSpPr>
        <p:spPr>
          <a:xfrm>
            <a:off x="3379320" y="2400300"/>
            <a:ext cx="762000" cy="913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762812" y="2133599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</a:t>
            </a:r>
            <a:endParaRPr lang="en-US" sz="1100" dirty="0">
              <a:latin typeface="+mj-lt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404106" y="2527757"/>
            <a:ext cx="12192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Unit Test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404106" y="3264814"/>
            <a:ext cx="1219200" cy="5334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UI Test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417920" y="3962400"/>
            <a:ext cx="1219200" cy="5334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Coverage Test</a:t>
            </a:r>
            <a:endParaRPr lang="en-US" sz="1100" dirty="0">
              <a:latin typeface="+mj-lt"/>
            </a:endParaRPr>
          </a:p>
        </p:txBody>
      </p:sp>
      <p:cxnSp>
        <p:nvCxnSpPr>
          <p:cNvPr id="52" name="Straight Arrow Connector 51"/>
          <p:cNvCxnSpPr>
            <a:stCxn id="42" idx="3"/>
            <a:endCxn id="47" idx="1"/>
          </p:cNvCxnSpPr>
          <p:nvPr/>
        </p:nvCxnSpPr>
        <p:spPr>
          <a:xfrm>
            <a:off x="5360520" y="2400299"/>
            <a:ext cx="4022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7" idx="3"/>
          </p:cNvCxnSpPr>
          <p:nvPr/>
        </p:nvCxnSpPr>
        <p:spPr>
          <a:xfrm>
            <a:off x="6982012" y="2400299"/>
            <a:ext cx="211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7416668" y="1752599"/>
            <a:ext cx="1219200" cy="533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446177" y="4655705"/>
            <a:ext cx="1219200" cy="533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Package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187331" y="2133599"/>
            <a:ext cx="1219200" cy="533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Deploy</a:t>
            </a:r>
            <a:endParaRPr lang="en-US" sz="1100" dirty="0">
              <a:latin typeface="+mj-lt"/>
            </a:endParaRPr>
          </a:p>
        </p:txBody>
      </p:sp>
      <p:cxnSp>
        <p:nvCxnSpPr>
          <p:cNvPr id="63" name="Straight Arrow Connector 62"/>
          <p:cNvCxnSpPr>
            <a:endCxn id="62" idx="1"/>
          </p:cNvCxnSpPr>
          <p:nvPr/>
        </p:nvCxnSpPr>
        <p:spPr>
          <a:xfrm>
            <a:off x="8886264" y="2400299"/>
            <a:ext cx="3010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0613465" y="1752599"/>
            <a:ext cx="1219200" cy="533400"/>
          </a:xfrm>
          <a:prstGeom prst="roundRect">
            <a:avLst/>
          </a:prstGeom>
          <a:solidFill>
            <a:srgbClr val="002060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>
                <a:latin typeface="+mj-lt"/>
              </a:rPr>
              <a:t>Prelive</a:t>
            </a:r>
            <a:endParaRPr lang="en-US" sz="1100" dirty="0">
              <a:latin typeface="+mj-lt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0608796" y="2476501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Live</a:t>
            </a:r>
            <a:endParaRPr lang="en-US" sz="1100" dirty="0">
              <a:latin typeface="+mj-lt"/>
            </a:endParaRPr>
          </a:p>
        </p:txBody>
      </p:sp>
      <p:cxnSp>
        <p:nvCxnSpPr>
          <p:cNvPr id="67" name="Elbow Connector 66"/>
          <p:cNvCxnSpPr>
            <a:stCxn id="62" idx="0"/>
            <a:endCxn id="65" idx="1"/>
          </p:cNvCxnSpPr>
          <p:nvPr/>
        </p:nvCxnSpPr>
        <p:spPr>
          <a:xfrm rot="5400000" flipH="1" flipV="1">
            <a:off x="10148048" y="1668182"/>
            <a:ext cx="114300" cy="8165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62" idx="2"/>
            <a:endCxn id="66" idx="1"/>
          </p:cNvCxnSpPr>
          <p:nvPr/>
        </p:nvCxnSpPr>
        <p:spPr>
          <a:xfrm rot="16200000" flipH="1">
            <a:off x="10164762" y="2299167"/>
            <a:ext cx="76202" cy="8118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2" name="Picture 4" descr="Image result for github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20" y="1623934"/>
            <a:ext cx="1188517" cy="39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Rounded Rectangle 71"/>
          <p:cNvSpPr/>
          <p:nvPr/>
        </p:nvSpPr>
        <p:spPr>
          <a:xfrm>
            <a:off x="4147069" y="4610994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Master Branch</a:t>
            </a:r>
            <a:endParaRPr lang="en-US" sz="1100" dirty="0">
              <a:latin typeface="+mj-lt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141320" y="3047201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Develop Branch</a:t>
            </a:r>
            <a:endParaRPr lang="en-US" sz="1100" dirty="0">
              <a:latin typeface="+mj-lt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307586" y="3593757"/>
            <a:ext cx="68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Code </a:t>
            </a:r>
          </a:p>
          <a:p>
            <a:pPr algn="ctr"/>
            <a:r>
              <a:rPr lang="en-US" sz="1100" dirty="0" smtClean="0">
                <a:latin typeface="+mj-lt"/>
              </a:rPr>
              <a:t>Review</a:t>
            </a:r>
            <a:endParaRPr lang="en-US" sz="1100" dirty="0">
              <a:latin typeface="+mj-lt"/>
            </a:endParaRPr>
          </a:p>
        </p:txBody>
      </p:sp>
      <p:cxnSp>
        <p:nvCxnSpPr>
          <p:cNvPr id="76" name="Straight Arrow Connector 75"/>
          <p:cNvCxnSpPr>
            <a:stCxn id="73" idx="0"/>
            <a:endCxn id="42" idx="2"/>
          </p:cNvCxnSpPr>
          <p:nvPr/>
        </p:nvCxnSpPr>
        <p:spPr>
          <a:xfrm flipV="1">
            <a:off x="4750920" y="2666999"/>
            <a:ext cx="0" cy="380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73" idx="2"/>
            <a:endCxn id="72" idx="0"/>
          </p:cNvCxnSpPr>
          <p:nvPr/>
        </p:nvCxnSpPr>
        <p:spPr>
          <a:xfrm>
            <a:off x="4750920" y="3580601"/>
            <a:ext cx="5749" cy="1030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434334" y="3929390"/>
            <a:ext cx="734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Release</a:t>
            </a:r>
            <a:endParaRPr lang="en-US" sz="1100" dirty="0">
              <a:latin typeface="+mj-lt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399809" y="2725587"/>
            <a:ext cx="696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+mj-lt"/>
              </a:rPr>
              <a:t>Trigger</a:t>
            </a:r>
            <a:endParaRPr lang="en-US" sz="1100" dirty="0">
              <a:latin typeface="+mj-lt"/>
            </a:endParaRPr>
          </a:p>
        </p:txBody>
      </p:sp>
      <p:pic>
        <p:nvPicPr>
          <p:cNvPr id="12294" name="Picture 6" descr="Image result for teamcity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205" y="1523999"/>
            <a:ext cx="1355231" cy="60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ounded Rectangle 56"/>
          <p:cNvSpPr/>
          <p:nvPr/>
        </p:nvSpPr>
        <p:spPr>
          <a:xfrm>
            <a:off x="9069293" y="3124199"/>
            <a:ext cx="2716307" cy="2743201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73450" y="3208320"/>
            <a:ext cx="8810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smtClean="0">
                <a:latin typeface="+mj-lt"/>
              </a:rPr>
              <a:t>Package</a:t>
            </a:r>
            <a:r>
              <a:rPr lang="en-US" sz="12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2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111126" y="3622257"/>
            <a:ext cx="267447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latin typeface="+mj-lt"/>
              </a:rPr>
              <a:t>Dockerized application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Avoid dependency and environment problem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Create shippable package to run inside container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j-lt"/>
              </a:rPr>
              <a:t>Fast to ship &amp; deploy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>
              <a:latin typeface="+mj-lt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8990269" y="1273451"/>
            <a:ext cx="2977190" cy="521409"/>
            <a:chOff x="8990269" y="1273451"/>
            <a:chExt cx="2977190" cy="521409"/>
          </a:xfrm>
        </p:grpSpPr>
        <p:pic>
          <p:nvPicPr>
            <p:cNvPr id="9218" name="Picture 2" descr="Image result for Octopus CI logo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4462" b="1639"/>
            <a:stretch/>
          </p:blipFill>
          <p:spPr bwMode="auto">
            <a:xfrm>
              <a:off x="10657208" y="1333499"/>
              <a:ext cx="1310251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5" name="Group 24"/>
            <p:cNvGrpSpPr/>
            <p:nvPr/>
          </p:nvGrpSpPr>
          <p:grpSpPr>
            <a:xfrm>
              <a:off x="8990269" y="1273451"/>
              <a:ext cx="1560544" cy="521409"/>
              <a:chOff x="8990269" y="1273451"/>
              <a:chExt cx="1560544" cy="521409"/>
            </a:xfrm>
          </p:grpSpPr>
          <p:pic>
            <p:nvPicPr>
              <p:cNvPr id="23" name="Picture 2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90269" y="1273451"/>
                <a:ext cx="495615" cy="521409"/>
              </a:xfrm>
              <a:prstGeom prst="rect">
                <a:avLst/>
              </a:prstGeom>
            </p:spPr>
          </p:pic>
          <p:sp>
            <p:nvSpPr>
              <p:cNvPr id="64" name="Text Placeholder 1"/>
              <p:cNvSpPr txBox="1">
                <a:spLocks/>
              </p:cNvSpPr>
              <p:nvPr/>
            </p:nvSpPr>
            <p:spPr>
              <a:xfrm>
                <a:off x="9451144" y="1380266"/>
                <a:ext cx="1099669" cy="307777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b="0" kern="1200">
                    <a:solidFill>
                      <a:srgbClr val="323232"/>
                    </a:solidFill>
                    <a:latin typeface="+mj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 smtClean="0"/>
                  <a:t>C-Spider</a:t>
                </a:r>
                <a:endParaRPr lang="en-US" sz="2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6081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Product package as Container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52400" y="990600"/>
            <a:ext cx="11887200" cy="5029200"/>
          </a:xfrm>
          <a:prstGeom prst="roundRect">
            <a:avLst>
              <a:gd name="adj" fmla="val 3255"/>
            </a:avLst>
          </a:prstGeom>
          <a:ln w="57150" cap="sq">
            <a:solidFill>
              <a:schemeClr val="bg1">
                <a:lumMod val="85000"/>
              </a:schemeClr>
            </a:solidFill>
          </a:ln>
        </p:spPr>
        <p:txBody>
          <a:bodyPr wrap="square" lIns="108000" tIns="108000" rIns="108000" bIns="108000">
            <a:noAutofit/>
          </a:bodyPr>
          <a:lstStyle/>
          <a:p>
            <a:endParaRPr lang="en-US" dirty="0"/>
          </a:p>
        </p:txBody>
      </p:sp>
      <p:sp>
        <p:nvSpPr>
          <p:cNvPr id="11" name="Content Placeholder 9"/>
          <p:cNvSpPr txBox="1">
            <a:spLocks/>
          </p:cNvSpPr>
          <p:nvPr/>
        </p:nvSpPr>
        <p:spPr>
          <a:xfrm>
            <a:off x="152400" y="990600"/>
            <a:ext cx="11887200" cy="5029200"/>
          </a:xfrm>
          <a:prstGeom prst="rect">
            <a:avLst/>
          </a:prstGeom>
          <a:ln w="57150" cap="sq">
            <a:noFill/>
          </a:ln>
        </p:spPr>
        <p:txBody>
          <a:bodyPr wrap="square" lIns="180000" tIns="180000" rIns="180000" bIns="18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1E1E1E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1745402" y="3121933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Build</a:t>
            </a:r>
          </a:p>
          <a:p>
            <a:pPr algn="ctr"/>
            <a:r>
              <a:rPr lang="en-US" sz="1100" dirty="0" smtClean="0">
                <a:latin typeface="+mj-lt"/>
              </a:rPr>
              <a:t>Agent</a:t>
            </a:r>
            <a:endParaRPr lang="en-US" sz="1100" dirty="0">
              <a:latin typeface="+mj-lt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3955202" y="3121933"/>
            <a:ext cx="1219200" cy="533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Package</a:t>
            </a:r>
            <a:r>
              <a:rPr lang="en-US" sz="1100" dirty="0" smtClean="0">
                <a:solidFill>
                  <a:schemeClr val="accent2"/>
                </a:solidFill>
                <a:latin typeface="+mj-lt"/>
              </a:rPr>
              <a:t>*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cxnSp>
        <p:nvCxnSpPr>
          <p:cNvPr id="6" name="Straight Arrow Connector 5"/>
          <p:cNvCxnSpPr>
            <a:stCxn id="64" idx="3"/>
            <a:endCxn id="66" idx="1"/>
          </p:cNvCxnSpPr>
          <p:nvPr/>
        </p:nvCxnSpPr>
        <p:spPr>
          <a:xfrm>
            <a:off x="2964602" y="3388633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964602" y="3118956"/>
            <a:ext cx="921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+mj-lt"/>
              </a:rPr>
              <a:t>Produce</a:t>
            </a:r>
            <a:endParaRPr lang="en-US" sz="1400" dirty="0">
              <a:latin typeface="+mj-lt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096001" y="3121933"/>
            <a:ext cx="1219200" cy="533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Docker</a:t>
            </a:r>
          </a:p>
          <a:p>
            <a:pPr algn="ctr"/>
            <a:r>
              <a:rPr lang="en-US" sz="1100" dirty="0" smtClean="0">
                <a:latin typeface="+mj-lt"/>
              </a:rPr>
              <a:t>Build Step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cxnSp>
        <p:nvCxnSpPr>
          <p:cNvPr id="69" name="Straight Arrow Connector 68"/>
          <p:cNvCxnSpPr>
            <a:stCxn id="66" idx="3"/>
            <a:endCxn id="68" idx="1"/>
          </p:cNvCxnSpPr>
          <p:nvPr/>
        </p:nvCxnSpPr>
        <p:spPr>
          <a:xfrm>
            <a:off x="5174402" y="3388633"/>
            <a:ext cx="921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6096001" y="4493533"/>
            <a:ext cx="1219200" cy="533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Product Dependency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cxnSp>
        <p:nvCxnSpPr>
          <p:cNvPr id="71" name="Straight Arrow Connector 70"/>
          <p:cNvCxnSpPr>
            <a:stCxn id="70" idx="0"/>
            <a:endCxn id="68" idx="2"/>
          </p:cNvCxnSpPr>
          <p:nvPr/>
        </p:nvCxnSpPr>
        <p:spPr>
          <a:xfrm flipV="1">
            <a:off x="6705601" y="3655333"/>
            <a:ext cx="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305491" y="3935190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+mj-lt"/>
              </a:rPr>
              <a:t>Bundle</a:t>
            </a:r>
            <a:endParaRPr lang="en-US" sz="1400" dirty="0"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197519" y="3118956"/>
            <a:ext cx="719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Build</a:t>
            </a:r>
          </a:p>
          <a:p>
            <a:pPr algn="ctr"/>
            <a:r>
              <a:rPr lang="en-US" sz="1400" dirty="0" smtClean="0">
                <a:latin typeface="+mj-lt"/>
              </a:rPr>
              <a:t>Image</a:t>
            </a:r>
            <a:endParaRPr lang="en-US" sz="1400" dirty="0">
              <a:latin typeface="+mj-lt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351178" y="3121933"/>
            <a:ext cx="12192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Docker Registry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cxnSp>
        <p:nvCxnSpPr>
          <p:cNvPr id="75" name="Straight Arrow Connector 74"/>
          <p:cNvCxnSpPr>
            <a:stCxn id="68" idx="3"/>
            <a:endCxn id="74" idx="1"/>
          </p:cNvCxnSpPr>
          <p:nvPr/>
        </p:nvCxnSpPr>
        <p:spPr>
          <a:xfrm>
            <a:off x="7315201" y="3388633"/>
            <a:ext cx="10359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415025" y="3118956"/>
            <a:ext cx="719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Push</a:t>
            </a:r>
          </a:p>
          <a:p>
            <a:pPr algn="ctr"/>
            <a:r>
              <a:rPr lang="en-US" sz="1400" dirty="0" smtClean="0">
                <a:latin typeface="+mj-lt"/>
              </a:rPr>
              <a:t>Image</a:t>
            </a:r>
            <a:endParaRPr lang="en-US" sz="1400" dirty="0">
              <a:latin typeface="+mj-lt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096000" y="1752600"/>
            <a:ext cx="1219200" cy="533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+mj-lt"/>
              </a:rPr>
              <a:t>Docker Base Image</a:t>
            </a:r>
            <a:endParaRPr lang="en-US" sz="1100" dirty="0">
              <a:solidFill>
                <a:schemeClr val="accent2"/>
              </a:solidFill>
              <a:latin typeface="+mj-lt"/>
            </a:endParaRPr>
          </a:p>
        </p:txBody>
      </p:sp>
      <p:cxnSp>
        <p:nvCxnSpPr>
          <p:cNvPr id="79" name="Straight Arrow Connector 78"/>
          <p:cNvCxnSpPr>
            <a:stCxn id="77" idx="2"/>
            <a:endCxn id="68" idx="0"/>
          </p:cNvCxnSpPr>
          <p:nvPr/>
        </p:nvCxnSpPr>
        <p:spPr>
          <a:xfrm>
            <a:off x="6705600" y="2286000"/>
            <a:ext cx="1" cy="83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266729" y="2547456"/>
            <a:ext cx="1089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+mj-lt"/>
              </a:rPr>
              <a:t>Pull Image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6723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57600" y="4267200"/>
            <a:ext cx="4724400" cy="533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4089400" y="1600200"/>
            <a:ext cx="3810000" cy="3077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Font typeface="Arial" pitchFamily="34" charset="0"/>
              <a:buChar char="▪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ctr">
              <a:lnSpc>
                <a:spcPct val="150000"/>
              </a:lnSpc>
            </a:pPr>
            <a:r>
              <a:rPr lang="en-US" sz="2000" b="1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Agoda at a glance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Fun Facts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Technology Stack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CI/CD at Agoda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Container at Agoda</a:t>
            </a:r>
          </a:p>
          <a:p>
            <a:pPr lvl="1" fontAlgn="ctr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Agoda Automation Journey</a:t>
            </a:r>
          </a:p>
        </p:txBody>
      </p:sp>
    </p:spTree>
    <p:extLst>
      <p:ext uri="{BB962C8B-B14F-4D97-AF65-F5344CB8AC3E}">
        <p14:creationId xmlns:p14="http://schemas.microsoft.com/office/powerpoint/2010/main" val="141290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06400" y="279856"/>
            <a:ext cx="11379200" cy="430887"/>
          </a:xfrm>
        </p:spPr>
        <p:txBody>
          <a:bodyPr/>
          <a:lstStyle/>
          <a:p>
            <a:r>
              <a:rPr lang="en-US" altLang="zh-CN" dirty="0" smtClean="0"/>
              <a:t>Agoda Automation Journey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" y="6119432"/>
            <a:ext cx="11811000" cy="153888"/>
          </a:xfrm>
        </p:spPr>
        <p:txBody>
          <a:bodyPr/>
          <a:lstStyle/>
          <a:p>
            <a:r>
              <a:rPr lang="en-US" dirty="0" smtClean="0"/>
              <a:t>Source: Agoda TeamCity Statistics</a:t>
            </a:r>
            <a:endParaRPr lang="en-US" dirty="0"/>
          </a:p>
        </p:txBody>
      </p:sp>
      <p:graphicFrame>
        <p:nvGraphicFramePr>
          <p:cNvPr id="24" name="Chart 23"/>
          <p:cNvGraphicFramePr/>
          <p:nvPr>
            <p:extLst>
              <p:ext uri="{D42A27DB-BD31-4B8C-83A1-F6EECF244321}">
                <p14:modId xmlns:p14="http://schemas.microsoft.com/office/powerpoint/2010/main" val="4080122242"/>
              </p:ext>
            </p:extLst>
          </p:nvPr>
        </p:nvGraphicFramePr>
        <p:xfrm>
          <a:off x="2676525" y="1549400"/>
          <a:ext cx="62484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Content Placeholder 5"/>
          <p:cNvSpPr txBox="1">
            <a:spLocks/>
          </p:cNvSpPr>
          <p:nvPr/>
        </p:nvSpPr>
        <p:spPr>
          <a:xfrm>
            <a:off x="406400" y="814036"/>
            <a:ext cx="372533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SzPct val="90000"/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41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8163" indent="-177800" algn="l" defTabSz="914400" rtl="0" eaLnBrk="1" latinLnBrk="0" hangingPunct="1">
              <a:spcBef>
                <a:spcPct val="20000"/>
              </a:spcBef>
              <a:buFont typeface="Arial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4375" indent="-176213" algn="l" defTabSz="914400" rtl="0" eaLnBrk="1" latinLnBrk="0" hangingPunct="1">
              <a:spcBef>
                <a:spcPct val="20000"/>
              </a:spcBef>
              <a:buFont typeface="Arial" pitchFamily="34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4150" algn="l" defTabSz="914400" rtl="0" eaLnBrk="1" latinLnBrk="0" hangingPunct="1">
              <a:spcBef>
                <a:spcPct val="20000"/>
              </a:spcBef>
              <a:buSzPct val="5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1E1E1E"/>
                </a:solidFill>
                <a:latin typeface="+mj-lt"/>
              </a:rPr>
              <a:t>Build per days</a:t>
            </a:r>
            <a:endParaRPr lang="en-US" dirty="0">
              <a:solidFill>
                <a:srgbClr val="1E1E1E"/>
              </a:solidFill>
              <a:latin typeface="+mj-lt"/>
            </a:endParaRPr>
          </a:p>
        </p:txBody>
      </p:sp>
      <p:sp>
        <p:nvSpPr>
          <p:cNvPr id="2" name="Right Arrow 1"/>
          <p:cNvSpPr/>
          <p:nvPr/>
        </p:nvSpPr>
        <p:spPr>
          <a:xfrm rot="20417451">
            <a:off x="4149169" y="2078403"/>
            <a:ext cx="3352800" cy="685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+mj-lt"/>
              </a:rPr>
              <a:t>Constantly Improve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4904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Agoda Automation Journey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152400" y="6119432"/>
            <a:ext cx="11811000" cy="153888"/>
          </a:xfrm>
        </p:spPr>
        <p:txBody>
          <a:bodyPr/>
          <a:lstStyle/>
          <a:p>
            <a:endParaRPr lang="en-US" dirty="0">
              <a:solidFill>
                <a:srgbClr val="1E1E1E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2740743" y="1370976"/>
            <a:ext cx="6074484" cy="3053805"/>
          </a:xfrm>
          <a:custGeom>
            <a:avLst/>
            <a:gdLst>
              <a:gd name="connsiteX0" fmla="*/ 0 w 4685211"/>
              <a:gd name="connsiteY0" fmla="*/ 2847703 h 2847703"/>
              <a:gd name="connsiteX1" fmla="*/ 679269 w 4685211"/>
              <a:gd name="connsiteY1" fmla="*/ 2847703 h 2847703"/>
              <a:gd name="connsiteX2" fmla="*/ 679269 w 4685211"/>
              <a:gd name="connsiteY2" fmla="*/ 2647406 h 2847703"/>
              <a:gd name="connsiteX3" fmla="*/ 923109 w 4685211"/>
              <a:gd name="connsiteY3" fmla="*/ 2647406 h 2847703"/>
              <a:gd name="connsiteX4" fmla="*/ 923109 w 4685211"/>
              <a:gd name="connsiteY4" fmla="*/ 2420983 h 2847703"/>
              <a:gd name="connsiteX5" fmla="*/ 1132114 w 4685211"/>
              <a:gd name="connsiteY5" fmla="*/ 2420983 h 2847703"/>
              <a:gd name="connsiteX6" fmla="*/ 1132114 w 4685211"/>
              <a:gd name="connsiteY6" fmla="*/ 2194560 h 2847703"/>
              <a:gd name="connsiteX7" fmla="*/ 1341120 w 4685211"/>
              <a:gd name="connsiteY7" fmla="*/ 2194560 h 2847703"/>
              <a:gd name="connsiteX8" fmla="*/ 1341120 w 4685211"/>
              <a:gd name="connsiteY8" fmla="*/ 1968137 h 2847703"/>
              <a:gd name="connsiteX9" fmla="*/ 1576251 w 4685211"/>
              <a:gd name="connsiteY9" fmla="*/ 1968137 h 2847703"/>
              <a:gd name="connsiteX10" fmla="*/ 1576251 w 4685211"/>
              <a:gd name="connsiteY10" fmla="*/ 1750423 h 2847703"/>
              <a:gd name="connsiteX11" fmla="*/ 1793966 w 4685211"/>
              <a:gd name="connsiteY11" fmla="*/ 1750423 h 2847703"/>
              <a:gd name="connsiteX12" fmla="*/ 1793966 w 4685211"/>
              <a:gd name="connsiteY12" fmla="*/ 1515292 h 2847703"/>
              <a:gd name="connsiteX13" fmla="*/ 2020389 w 4685211"/>
              <a:gd name="connsiteY13" fmla="*/ 1515292 h 2847703"/>
              <a:gd name="connsiteX14" fmla="*/ 2020389 w 4685211"/>
              <a:gd name="connsiteY14" fmla="*/ 1297577 h 2847703"/>
              <a:gd name="connsiteX15" fmla="*/ 2246811 w 4685211"/>
              <a:gd name="connsiteY15" fmla="*/ 1297577 h 2847703"/>
              <a:gd name="connsiteX16" fmla="*/ 2673531 w 4685211"/>
              <a:gd name="connsiteY16" fmla="*/ 409303 h 2847703"/>
              <a:gd name="connsiteX17" fmla="*/ 2847703 w 4685211"/>
              <a:gd name="connsiteY17" fmla="*/ 2412275 h 2847703"/>
              <a:gd name="connsiteX18" fmla="*/ 3701143 w 4685211"/>
              <a:gd name="connsiteY18" fmla="*/ 2412275 h 2847703"/>
              <a:gd name="connsiteX19" fmla="*/ 4302034 w 4685211"/>
              <a:gd name="connsiteY19" fmla="*/ 1811384 h 2847703"/>
              <a:gd name="connsiteX20" fmla="*/ 4685211 w 4685211"/>
              <a:gd name="connsiteY20" fmla="*/ 0 h 2847703"/>
              <a:gd name="connsiteX0" fmla="*/ 0 w 4685211"/>
              <a:gd name="connsiteY0" fmla="*/ 2847703 h 2847703"/>
              <a:gd name="connsiteX1" fmla="*/ 679269 w 4685211"/>
              <a:gd name="connsiteY1" fmla="*/ 2847703 h 2847703"/>
              <a:gd name="connsiteX2" fmla="*/ 679269 w 4685211"/>
              <a:gd name="connsiteY2" fmla="*/ 2647406 h 2847703"/>
              <a:gd name="connsiteX3" fmla="*/ 923109 w 4685211"/>
              <a:gd name="connsiteY3" fmla="*/ 2647406 h 2847703"/>
              <a:gd name="connsiteX4" fmla="*/ 923109 w 4685211"/>
              <a:gd name="connsiteY4" fmla="*/ 2420983 h 2847703"/>
              <a:gd name="connsiteX5" fmla="*/ 1132114 w 4685211"/>
              <a:gd name="connsiteY5" fmla="*/ 2420983 h 2847703"/>
              <a:gd name="connsiteX6" fmla="*/ 1132114 w 4685211"/>
              <a:gd name="connsiteY6" fmla="*/ 2194560 h 2847703"/>
              <a:gd name="connsiteX7" fmla="*/ 1341120 w 4685211"/>
              <a:gd name="connsiteY7" fmla="*/ 2194560 h 2847703"/>
              <a:gd name="connsiteX8" fmla="*/ 1341120 w 4685211"/>
              <a:gd name="connsiteY8" fmla="*/ 1968137 h 2847703"/>
              <a:gd name="connsiteX9" fmla="*/ 1576251 w 4685211"/>
              <a:gd name="connsiteY9" fmla="*/ 1968137 h 2847703"/>
              <a:gd name="connsiteX10" fmla="*/ 1576251 w 4685211"/>
              <a:gd name="connsiteY10" fmla="*/ 1750423 h 2847703"/>
              <a:gd name="connsiteX11" fmla="*/ 1793966 w 4685211"/>
              <a:gd name="connsiteY11" fmla="*/ 1750423 h 2847703"/>
              <a:gd name="connsiteX12" fmla="*/ 1793966 w 4685211"/>
              <a:gd name="connsiteY12" fmla="*/ 1515292 h 2847703"/>
              <a:gd name="connsiteX13" fmla="*/ 2020389 w 4685211"/>
              <a:gd name="connsiteY13" fmla="*/ 1515292 h 2847703"/>
              <a:gd name="connsiteX14" fmla="*/ 2020389 w 4685211"/>
              <a:gd name="connsiteY14" fmla="*/ 1297577 h 2847703"/>
              <a:gd name="connsiteX15" fmla="*/ 2246811 w 4685211"/>
              <a:gd name="connsiteY15" fmla="*/ 1297577 h 2847703"/>
              <a:gd name="connsiteX16" fmla="*/ 2673531 w 4685211"/>
              <a:gd name="connsiteY16" fmla="*/ 409303 h 2847703"/>
              <a:gd name="connsiteX17" fmla="*/ 2847703 w 4685211"/>
              <a:gd name="connsiteY17" fmla="*/ 2412275 h 2847703"/>
              <a:gd name="connsiteX18" fmla="*/ 3701143 w 4685211"/>
              <a:gd name="connsiteY18" fmla="*/ 2412275 h 2847703"/>
              <a:gd name="connsiteX19" fmla="*/ 4302034 w 4685211"/>
              <a:gd name="connsiteY19" fmla="*/ 1811384 h 2847703"/>
              <a:gd name="connsiteX20" fmla="*/ 4685211 w 4685211"/>
              <a:gd name="connsiteY20" fmla="*/ 0 h 2847703"/>
              <a:gd name="connsiteX0" fmla="*/ 0 w 4685211"/>
              <a:gd name="connsiteY0" fmla="*/ 2847703 h 2847703"/>
              <a:gd name="connsiteX1" fmla="*/ 679269 w 4685211"/>
              <a:gd name="connsiteY1" fmla="*/ 2847703 h 2847703"/>
              <a:gd name="connsiteX2" fmla="*/ 679269 w 4685211"/>
              <a:gd name="connsiteY2" fmla="*/ 2647406 h 2847703"/>
              <a:gd name="connsiteX3" fmla="*/ 923109 w 4685211"/>
              <a:gd name="connsiteY3" fmla="*/ 2647406 h 2847703"/>
              <a:gd name="connsiteX4" fmla="*/ 923109 w 4685211"/>
              <a:gd name="connsiteY4" fmla="*/ 2420983 h 2847703"/>
              <a:gd name="connsiteX5" fmla="*/ 1132114 w 4685211"/>
              <a:gd name="connsiteY5" fmla="*/ 2420983 h 2847703"/>
              <a:gd name="connsiteX6" fmla="*/ 1132114 w 4685211"/>
              <a:gd name="connsiteY6" fmla="*/ 2194560 h 2847703"/>
              <a:gd name="connsiteX7" fmla="*/ 1341120 w 4685211"/>
              <a:gd name="connsiteY7" fmla="*/ 2194560 h 2847703"/>
              <a:gd name="connsiteX8" fmla="*/ 1341120 w 4685211"/>
              <a:gd name="connsiteY8" fmla="*/ 1968137 h 2847703"/>
              <a:gd name="connsiteX9" fmla="*/ 1576251 w 4685211"/>
              <a:gd name="connsiteY9" fmla="*/ 1968137 h 2847703"/>
              <a:gd name="connsiteX10" fmla="*/ 1576251 w 4685211"/>
              <a:gd name="connsiteY10" fmla="*/ 1750423 h 2847703"/>
              <a:gd name="connsiteX11" fmla="*/ 1793966 w 4685211"/>
              <a:gd name="connsiteY11" fmla="*/ 1750423 h 2847703"/>
              <a:gd name="connsiteX12" fmla="*/ 1793966 w 4685211"/>
              <a:gd name="connsiteY12" fmla="*/ 1515292 h 2847703"/>
              <a:gd name="connsiteX13" fmla="*/ 2020389 w 4685211"/>
              <a:gd name="connsiteY13" fmla="*/ 1515292 h 2847703"/>
              <a:gd name="connsiteX14" fmla="*/ 2020389 w 4685211"/>
              <a:gd name="connsiteY14" fmla="*/ 1297577 h 2847703"/>
              <a:gd name="connsiteX15" fmla="*/ 2246811 w 4685211"/>
              <a:gd name="connsiteY15" fmla="*/ 1297577 h 2847703"/>
              <a:gd name="connsiteX16" fmla="*/ 2673531 w 4685211"/>
              <a:gd name="connsiteY16" fmla="*/ 409303 h 2847703"/>
              <a:gd name="connsiteX17" fmla="*/ 2847703 w 4685211"/>
              <a:gd name="connsiteY17" fmla="*/ 2412275 h 2847703"/>
              <a:gd name="connsiteX18" fmla="*/ 3701143 w 4685211"/>
              <a:gd name="connsiteY18" fmla="*/ 2412275 h 2847703"/>
              <a:gd name="connsiteX19" fmla="*/ 4302034 w 4685211"/>
              <a:gd name="connsiteY19" fmla="*/ 1811384 h 2847703"/>
              <a:gd name="connsiteX20" fmla="*/ 4685211 w 4685211"/>
              <a:gd name="connsiteY20" fmla="*/ 0 h 2847703"/>
              <a:gd name="connsiteX0" fmla="*/ 0 w 4676599"/>
              <a:gd name="connsiteY0" fmla="*/ 1659254 h 2847703"/>
              <a:gd name="connsiteX1" fmla="*/ 670657 w 4676599"/>
              <a:gd name="connsiteY1" fmla="*/ 2847703 h 2847703"/>
              <a:gd name="connsiteX2" fmla="*/ 670657 w 4676599"/>
              <a:gd name="connsiteY2" fmla="*/ 2647406 h 2847703"/>
              <a:gd name="connsiteX3" fmla="*/ 914497 w 4676599"/>
              <a:gd name="connsiteY3" fmla="*/ 2647406 h 2847703"/>
              <a:gd name="connsiteX4" fmla="*/ 914497 w 4676599"/>
              <a:gd name="connsiteY4" fmla="*/ 2420983 h 2847703"/>
              <a:gd name="connsiteX5" fmla="*/ 1123502 w 4676599"/>
              <a:gd name="connsiteY5" fmla="*/ 2420983 h 2847703"/>
              <a:gd name="connsiteX6" fmla="*/ 1123502 w 4676599"/>
              <a:gd name="connsiteY6" fmla="*/ 2194560 h 2847703"/>
              <a:gd name="connsiteX7" fmla="*/ 1332508 w 4676599"/>
              <a:gd name="connsiteY7" fmla="*/ 2194560 h 2847703"/>
              <a:gd name="connsiteX8" fmla="*/ 1332508 w 4676599"/>
              <a:gd name="connsiteY8" fmla="*/ 1968137 h 2847703"/>
              <a:gd name="connsiteX9" fmla="*/ 1567639 w 4676599"/>
              <a:gd name="connsiteY9" fmla="*/ 1968137 h 2847703"/>
              <a:gd name="connsiteX10" fmla="*/ 1567639 w 4676599"/>
              <a:gd name="connsiteY10" fmla="*/ 1750423 h 2847703"/>
              <a:gd name="connsiteX11" fmla="*/ 1785354 w 4676599"/>
              <a:gd name="connsiteY11" fmla="*/ 1750423 h 2847703"/>
              <a:gd name="connsiteX12" fmla="*/ 1785354 w 4676599"/>
              <a:gd name="connsiteY12" fmla="*/ 1515292 h 2847703"/>
              <a:gd name="connsiteX13" fmla="*/ 2011777 w 4676599"/>
              <a:gd name="connsiteY13" fmla="*/ 1515292 h 2847703"/>
              <a:gd name="connsiteX14" fmla="*/ 2011777 w 4676599"/>
              <a:gd name="connsiteY14" fmla="*/ 1297577 h 2847703"/>
              <a:gd name="connsiteX15" fmla="*/ 2238199 w 4676599"/>
              <a:gd name="connsiteY15" fmla="*/ 1297577 h 2847703"/>
              <a:gd name="connsiteX16" fmla="*/ 2664919 w 4676599"/>
              <a:gd name="connsiteY16" fmla="*/ 409303 h 2847703"/>
              <a:gd name="connsiteX17" fmla="*/ 2839091 w 4676599"/>
              <a:gd name="connsiteY17" fmla="*/ 2412275 h 2847703"/>
              <a:gd name="connsiteX18" fmla="*/ 3692531 w 4676599"/>
              <a:gd name="connsiteY18" fmla="*/ 2412275 h 2847703"/>
              <a:gd name="connsiteX19" fmla="*/ 4293422 w 4676599"/>
              <a:gd name="connsiteY19" fmla="*/ 1811384 h 2847703"/>
              <a:gd name="connsiteX20" fmla="*/ 4676599 w 4676599"/>
              <a:gd name="connsiteY20" fmla="*/ 0 h 2847703"/>
              <a:gd name="connsiteX0" fmla="*/ 0 w 4676599"/>
              <a:gd name="connsiteY0" fmla="*/ 1659254 h 2647406"/>
              <a:gd name="connsiteX1" fmla="*/ 610373 w 4676599"/>
              <a:gd name="connsiteY1" fmla="*/ 1642031 h 2647406"/>
              <a:gd name="connsiteX2" fmla="*/ 670657 w 4676599"/>
              <a:gd name="connsiteY2" fmla="*/ 2647406 h 2647406"/>
              <a:gd name="connsiteX3" fmla="*/ 914497 w 4676599"/>
              <a:gd name="connsiteY3" fmla="*/ 2647406 h 2647406"/>
              <a:gd name="connsiteX4" fmla="*/ 914497 w 4676599"/>
              <a:gd name="connsiteY4" fmla="*/ 2420983 h 2647406"/>
              <a:gd name="connsiteX5" fmla="*/ 1123502 w 4676599"/>
              <a:gd name="connsiteY5" fmla="*/ 2420983 h 2647406"/>
              <a:gd name="connsiteX6" fmla="*/ 1123502 w 4676599"/>
              <a:gd name="connsiteY6" fmla="*/ 2194560 h 2647406"/>
              <a:gd name="connsiteX7" fmla="*/ 1332508 w 4676599"/>
              <a:gd name="connsiteY7" fmla="*/ 2194560 h 2647406"/>
              <a:gd name="connsiteX8" fmla="*/ 1332508 w 4676599"/>
              <a:gd name="connsiteY8" fmla="*/ 1968137 h 2647406"/>
              <a:gd name="connsiteX9" fmla="*/ 1567639 w 4676599"/>
              <a:gd name="connsiteY9" fmla="*/ 1968137 h 2647406"/>
              <a:gd name="connsiteX10" fmla="*/ 1567639 w 4676599"/>
              <a:gd name="connsiteY10" fmla="*/ 1750423 h 2647406"/>
              <a:gd name="connsiteX11" fmla="*/ 1785354 w 4676599"/>
              <a:gd name="connsiteY11" fmla="*/ 1750423 h 2647406"/>
              <a:gd name="connsiteX12" fmla="*/ 1785354 w 4676599"/>
              <a:gd name="connsiteY12" fmla="*/ 1515292 h 2647406"/>
              <a:gd name="connsiteX13" fmla="*/ 2011777 w 4676599"/>
              <a:gd name="connsiteY13" fmla="*/ 1515292 h 2647406"/>
              <a:gd name="connsiteX14" fmla="*/ 2011777 w 4676599"/>
              <a:gd name="connsiteY14" fmla="*/ 1297577 h 2647406"/>
              <a:gd name="connsiteX15" fmla="*/ 2238199 w 4676599"/>
              <a:gd name="connsiteY15" fmla="*/ 1297577 h 2647406"/>
              <a:gd name="connsiteX16" fmla="*/ 2664919 w 4676599"/>
              <a:gd name="connsiteY16" fmla="*/ 409303 h 2647406"/>
              <a:gd name="connsiteX17" fmla="*/ 2839091 w 4676599"/>
              <a:gd name="connsiteY17" fmla="*/ 2412275 h 2647406"/>
              <a:gd name="connsiteX18" fmla="*/ 3692531 w 4676599"/>
              <a:gd name="connsiteY18" fmla="*/ 2412275 h 2647406"/>
              <a:gd name="connsiteX19" fmla="*/ 4293422 w 4676599"/>
              <a:gd name="connsiteY19" fmla="*/ 1811384 h 2647406"/>
              <a:gd name="connsiteX20" fmla="*/ 4676599 w 4676599"/>
              <a:gd name="connsiteY20" fmla="*/ 0 h 2647406"/>
              <a:gd name="connsiteX0" fmla="*/ 0 w 4676599"/>
              <a:gd name="connsiteY0" fmla="*/ 1659254 h 2647406"/>
              <a:gd name="connsiteX1" fmla="*/ 670657 w 4676599"/>
              <a:gd name="connsiteY1" fmla="*/ 2647406 h 2647406"/>
              <a:gd name="connsiteX2" fmla="*/ 914497 w 4676599"/>
              <a:gd name="connsiteY2" fmla="*/ 2647406 h 2647406"/>
              <a:gd name="connsiteX3" fmla="*/ 914497 w 4676599"/>
              <a:gd name="connsiteY3" fmla="*/ 2420983 h 2647406"/>
              <a:gd name="connsiteX4" fmla="*/ 1123502 w 4676599"/>
              <a:gd name="connsiteY4" fmla="*/ 2420983 h 2647406"/>
              <a:gd name="connsiteX5" fmla="*/ 1123502 w 4676599"/>
              <a:gd name="connsiteY5" fmla="*/ 2194560 h 2647406"/>
              <a:gd name="connsiteX6" fmla="*/ 1332508 w 4676599"/>
              <a:gd name="connsiteY6" fmla="*/ 2194560 h 2647406"/>
              <a:gd name="connsiteX7" fmla="*/ 1332508 w 4676599"/>
              <a:gd name="connsiteY7" fmla="*/ 1968137 h 2647406"/>
              <a:gd name="connsiteX8" fmla="*/ 1567639 w 4676599"/>
              <a:gd name="connsiteY8" fmla="*/ 1968137 h 2647406"/>
              <a:gd name="connsiteX9" fmla="*/ 1567639 w 4676599"/>
              <a:gd name="connsiteY9" fmla="*/ 1750423 h 2647406"/>
              <a:gd name="connsiteX10" fmla="*/ 1785354 w 4676599"/>
              <a:gd name="connsiteY10" fmla="*/ 1750423 h 2647406"/>
              <a:gd name="connsiteX11" fmla="*/ 1785354 w 4676599"/>
              <a:gd name="connsiteY11" fmla="*/ 1515292 h 2647406"/>
              <a:gd name="connsiteX12" fmla="*/ 2011777 w 4676599"/>
              <a:gd name="connsiteY12" fmla="*/ 1515292 h 2647406"/>
              <a:gd name="connsiteX13" fmla="*/ 2011777 w 4676599"/>
              <a:gd name="connsiteY13" fmla="*/ 1297577 h 2647406"/>
              <a:gd name="connsiteX14" fmla="*/ 2238199 w 4676599"/>
              <a:gd name="connsiteY14" fmla="*/ 1297577 h 2647406"/>
              <a:gd name="connsiteX15" fmla="*/ 2664919 w 4676599"/>
              <a:gd name="connsiteY15" fmla="*/ 409303 h 2647406"/>
              <a:gd name="connsiteX16" fmla="*/ 2839091 w 4676599"/>
              <a:gd name="connsiteY16" fmla="*/ 2412275 h 2647406"/>
              <a:gd name="connsiteX17" fmla="*/ 3692531 w 4676599"/>
              <a:gd name="connsiteY17" fmla="*/ 2412275 h 2647406"/>
              <a:gd name="connsiteX18" fmla="*/ 4293422 w 4676599"/>
              <a:gd name="connsiteY18" fmla="*/ 1811384 h 2647406"/>
              <a:gd name="connsiteX19" fmla="*/ 4676599 w 4676599"/>
              <a:gd name="connsiteY19" fmla="*/ 0 h 2647406"/>
              <a:gd name="connsiteX0" fmla="*/ 0 w 4676599"/>
              <a:gd name="connsiteY0" fmla="*/ 1659254 h 2647406"/>
              <a:gd name="connsiteX1" fmla="*/ 670657 w 4676599"/>
              <a:gd name="connsiteY1" fmla="*/ 2647406 h 2647406"/>
              <a:gd name="connsiteX2" fmla="*/ 914497 w 4676599"/>
              <a:gd name="connsiteY2" fmla="*/ 2647406 h 2647406"/>
              <a:gd name="connsiteX3" fmla="*/ 914497 w 4676599"/>
              <a:gd name="connsiteY3" fmla="*/ 2420983 h 2647406"/>
              <a:gd name="connsiteX4" fmla="*/ 1123502 w 4676599"/>
              <a:gd name="connsiteY4" fmla="*/ 2420983 h 2647406"/>
              <a:gd name="connsiteX5" fmla="*/ 1123502 w 4676599"/>
              <a:gd name="connsiteY5" fmla="*/ 2194560 h 2647406"/>
              <a:gd name="connsiteX6" fmla="*/ 1332508 w 4676599"/>
              <a:gd name="connsiteY6" fmla="*/ 2194560 h 2647406"/>
              <a:gd name="connsiteX7" fmla="*/ 1567639 w 4676599"/>
              <a:gd name="connsiteY7" fmla="*/ 1968137 h 2647406"/>
              <a:gd name="connsiteX8" fmla="*/ 1567639 w 4676599"/>
              <a:gd name="connsiteY8" fmla="*/ 1750423 h 2647406"/>
              <a:gd name="connsiteX9" fmla="*/ 1785354 w 4676599"/>
              <a:gd name="connsiteY9" fmla="*/ 1750423 h 2647406"/>
              <a:gd name="connsiteX10" fmla="*/ 1785354 w 4676599"/>
              <a:gd name="connsiteY10" fmla="*/ 1515292 h 2647406"/>
              <a:gd name="connsiteX11" fmla="*/ 2011777 w 4676599"/>
              <a:gd name="connsiteY11" fmla="*/ 1515292 h 2647406"/>
              <a:gd name="connsiteX12" fmla="*/ 2011777 w 4676599"/>
              <a:gd name="connsiteY12" fmla="*/ 1297577 h 2647406"/>
              <a:gd name="connsiteX13" fmla="*/ 2238199 w 4676599"/>
              <a:gd name="connsiteY13" fmla="*/ 1297577 h 2647406"/>
              <a:gd name="connsiteX14" fmla="*/ 2664919 w 4676599"/>
              <a:gd name="connsiteY14" fmla="*/ 409303 h 2647406"/>
              <a:gd name="connsiteX15" fmla="*/ 2839091 w 4676599"/>
              <a:gd name="connsiteY15" fmla="*/ 2412275 h 2647406"/>
              <a:gd name="connsiteX16" fmla="*/ 3692531 w 4676599"/>
              <a:gd name="connsiteY16" fmla="*/ 2412275 h 2647406"/>
              <a:gd name="connsiteX17" fmla="*/ 4293422 w 4676599"/>
              <a:gd name="connsiteY17" fmla="*/ 1811384 h 2647406"/>
              <a:gd name="connsiteX18" fmla="*/ 4676599 w 4676599"/>
              <a:gd name="connsiteY18" fmla="*/ 0 h 2647406"/>
              <a:gd name="connsiteX0" fmla="*/ 0 w 4676599"/>
              <a:gd name="connsiteY0" fmla="*/ 1659254 h 2647406"/>
              <a:gd name="connsiteX1" fmla="*/ 670657 w 4676599"/>
              <a:gd name="connsiteY1" fmla="*/ 2647406 h 2647406"/>
              <a:gd name="connsiteX2" fmla="*/ 914497 w 4676599"/>
              <a:gd name="connsiteY2" fmla="*/ 2647406 h 2647406"/>
              <a:gd name="connsiteX3" fmla="*/ 914497 w 4676599"/>
              <a:gd name="connsiteY3" fmla="*/ 2420983 h 2647406"/>
              <a:gd name="connsiteX4" fmla="*/ 1123502 w 4676599"/>
              <a:gd name="connsiteY4" fmla="*/ 2420983 h 2647406"/>
              <a:gd name="connsiteX5" fmla="*/ 1123502 w 4676599"/>
              <a:gd name="connsiteY5" fmla="*/ 2194560 h 2647406"/>
              <a:gd name="connsiteX6" fmla="*/ 1567639 w 4676599"/>
              <a:gd name="connsiteY6" fmla="*/ 1968137 h 2647406"/>
              <a:gd name="connsiteX7" fmla="*/ 1567639 w 4676599"/>
              <a:gd name="connsiteY7" fmla="*/ 1750423 h 2647406"/>
              <a:gd name="connsiteX8" fmla="*/ 1785354 w 4676599"/>
              <a:gd name="connsiteY8" fmla="*/ 1750423 h 2647406"/>
              <a:gd name="connsiteX9" fmla="*/ 1785354 w 4676599"/>
              <a:gd name="connsiteY9" fmla="*/ 1515292 h 2647406"/>
              <a:gd name="connsiteX10" fmla="*/ 2011777 w 4676599"/>
              <a:gd name="connsiteY10" fmla="*/ 1515292 h 2647406"/>
              <a:gd name="connsiteX11" fmla="*/ 2011777 w 4676599"/>
              <a:gd name="connsiteY11" fmla="*/ 1297577 h 2647406"/>
              <a:gd name="connsiteX12" fmla="*/ 2238199 w 4676599"/>
              <a:gd name="connsiteY12" fmla="*/ 1297577 h 2647406"/>
              <a:gd name="connsiteX13" fmla="*/ 2664919 w 4676599"/>
              <a:gd name="connsiteY13" fmla="*/ 409303 h 2647406"/>
              <a:gd name="connsiteX14" fmla="*/ 2839091 w 4676599"/>
              <a:gd name="connsiteY14" fmla="*/ 2412275 h 2647406"/>
              <a:gd name="connsiteX15" fmla="*/ 3692531 w 4676599"/>
              <a:gd name="connsiteY15" fmla="*/ 2412275 h 2647406"/>
              <a:gd name="connsiteX16" fmla="*/ 4293422 w 4676599"/>
              <a:gd name="connsiteY16" fmla="*/ 1811384 h 2647406"/>
              <a:gd name="connsiteX17" fmla="*/ 4676599 w 4676599"/>
              <a:gd name="connsiteY17" fmla="*/ 0 h 2647406"/>
              <a:gd name="connsiteX0" fmla="*/ 0 w 4676599"/>
              <a:gd name="connsiteY0" fmla="*/ 1659254 h 2647406"/>
              <a:gd name="connsiteX1" fmla="*/ 670657 w 4676599"/>
              <a:gd name="connsiteY1" fmla="*/ 2647406 h 2647406"/>
              <a:gd name="connsiteX2" fmla="*/ 914497 w 4676599"/>
              <a:gd name="connsiteY2" fmla="*/ 2647406 h 2647406"/>
              <a:gd name="connsiteX3" fmla="*/ 914497 w 4676599"/>
              <a:gd name="connsiteY3" fmla="*/ 2420983 h 2647406"/>
              <a:gd name="connsiteX4" fmla="*/ 1123502 w 4676599"/>
              <a:gd name="connsiteY4" fmla="*/ 2420983 h 2647406"/>
              <a:gd name="connsiteX5" fmla="*/ 1567639 w 4676599"/>
              <a:gd name="connsiteY5" fmla="*/ 1968137 h 2647406"/>
              <a:gd name="connsiteX6" fmla="*/ 1567639 w 4676599"/>
              <a:gd name="connsiteY6" fmla="*/ 1750423 h 2647406"/>
              <a:gd name="connsiteX7" fmla="*/ 1785354 w 4676599"/>
              <a:gd name="connsiteY7" fmla="*/ 1750423 h 2647406"/>
              <a:gd name="connsiteX8" fmla="*/ 1785354 w 4676599"/>
              <a:gd name="connsiteY8" fmla="*/ 1515292 h 2647406"/>
              <a:gd name="connsiteX9" fmla="*/ 2011777 w 4676599"/>
              <a:gd name="connsiteY9" fmla="*/ 1515292 h 2647406"/>
              <a:gd name="connsiteX10" fmla="*/ 2011777 w 4676599"/>
              <a:gd name="connsiteY10" fmla="*/ 1297577 h 2647406"/>
              <a:gd name="connsiteX11" fmla="*/ 2238199 w 4676599"/>
              <a:gd name="connsiteY11" fmla="*/ 1297577 h 2647406"/>
              <a:gd name="connsiteX12" fmla="*/ 2664919 w 4676599"/>
              <a:gd name="connsiteY12" fmla="*/ 409303 h 2647406"/>
              <a:gd name="connsiteX13" fmla="*/ 2839091 w 4676599"/>
              <a:gd name="connsiteY13" fmla="*/ 2412275 h 2647406"/>
              <a:gd name="connsiteX14" fmla="*/ 3692531 w 4676599"/>
              <a:gd name="connsiteY14" fmla="*/ 2412275 h 2647406"/>
              <a:gd name="connsiteX15" fmla="*/ 4293422 w 4676599"/>
              <a:gd name="connsiteY15" fmla="*/ 1811384 h 2647406"/>
              <a:gd name="connsiteX16" fmla="*/ 4676599 w 4676599"/>
              <a:gd name="connsiteY16" fmla="*/ 0 h 2647406"/>
              <a:gd name="connsiteX0" fmla="*/ 0 w 4676599"/>
              <a:gd name="connsiteY0" fmla="*/ 1659254 h 2647406"/>
              <a:gd name="connsiteX1" fmla="*/ 670657 w 4676599"/>
              <a:gd name="connsiteY1" fmla="*/ 2647406 h 2647406"/>
              <a:gd name="connsiteX2" fmla="*/ 914497 w 4676599"/>
              <a:gd name="connsiteY2" fmla="*/ 2647406 h 2647406"/>
              <a:gd name="connsiteX3" fmla="*/ 914497 w 4676599"/>
              <a:gd name="connsiteY3" fmla="*/ 2420983 h 2647406"/>
              <a:gd name="connsiteX4" fmla="*/ 1567639 w 4676599"/>
              <a:gd name="connsiteY4" fmla="*/ 1968137 h 2647406"/>
              <a:gd name="connsiteX5" fmla="*/ 1567639 w 4676599"/>
              <a:gd name="connsiteY5" fmla="*/ 1750423 h 2647406"/>
              <a:gd name="connsiteX6" fmla="*/ 1785354 w 4676599"/>
              <a:gd name="connsiteY6" fmla="*/ 1750423 h 2647406"/>
              <a:gd name="connsiteX7" fmla="*/ 1785354 w 4676599"/>
              <a:gd name="connsiteY7" fmla="*/ 1515292 h 2647406"/>
              <a:gd name="connsiteX8" fmla="*/ 2011777 w 4676599"/>
              <a:gd name="connsiteY8" fmla="*/ 1515292 h 2647406"/>
              <a:gd name="connsiteX9" fmla="*/ 2011777 w 4676599"/>
              <a:gd name="connsiteY9" fmla="*/ 1297577 h 2647406"/>
              <a:gd name="connsiteX10" fmla="*/ 2238199 w 4676599"/>
              <a:gd name="connsiteY10" fmla="*/ 1297577 h 2647406"/>
              <a:gd name="connsiteX11" fmla="*/ 2664919 w 4676599"/>
              <a:gd name="connsiteY11" fmla="*/ 409303 h 2647406"/>
              <a:gd name="connsiteX12" fmla="*/ 2839091 w 4676599"/>
              <a:gd name="connsiteY12" fmla="*/ 2412275 h 2647406"/>
              <a:gd name="connsiteX13" fmla="*/ 3692531 w 4676599"/>
              <a:gd name="connsiteY13" fmla="*/ 2412275 h 2647406"/>
              <a:gd name="connsiteX14" fmla="*/ 4293422 w 4676599"/>
              <a:gd name="connsiteY14" fmla="*/ 1811384 h 2647406"/>
              <a:gd name="connsiteX15" fmla="*/ 4676599 w 4676599"/>
              <a:gd name="connsiteY15" fmla="*/ 0 h 2647406"/>
              <a:gd name="connsiteX0" fmla="*/ 0 w 4676599"/>
              <a:gd name="connsiteY0" fmla="*/ 1659254 h 2647406"/>
              <a:gd name="connsiteX1" fmla="*/ 670657 w 4676599"/>
              <a:gd name="connsiteY1" fmla="*/ 2647406 h 2647406"/>
              <a:gd name="connsiteX2" fmla="*/ 914497 w 4676599"/>
              <a:gd name="connsiteY2" fmla="*/ 2647406 h 2647406"/>
              <a:gd name="connsiteX3" fmla="*/ 1567639 w 4676599"/>
              <a:gd name="connsiteY3" fmla="*/ 1968137 h 2647406"/>
              <a:gd name="connsiteX4" fmla="*/ 1567639 w 4676599"/>
              <a:gd name="connsiteY4" fmla="*/ 1750423 h 2647406"/>
              <a:gd name="connsiteX5" fmla="*/ 1785354 w 4676599"/>
              <a:gd name="connsiteY5" fmla="*/ 1750423 h 2647406"/>
              <a:gd name="connsiteX6" fmla="*/ 1785354 w 4676599"/>
              <a:gd name="connsiteY6" fmla="*/ 1515292 h 2647406"/>
              <a:gd name="connsiteX7" fmla="*/ 2011777 w 4676599"/>
              <a:gd name="connsiteY7" fmla="*/ 1515292 h 2647406"/>
              <a:gd name="connsiteX8" fmla="*/ 2011777 w 4676599"/>
              <a:gd name="connsiteY8" fmla="*/ 1297577 h 2647406"/>
              <a:gd name="connsiteX9" fmla="*/ 2238199 w 4676599"/>
              <a:gd name="connsiteY9" fmla="*/ 1297577 h 2647406"/>
              <a:gd name="connsiteX10" fmla="*/ 2664919 w 4676599"/>
              <a:gd name="connsiteY10" fmla="*/ 409303 h 2647406"/>
              <a:gd name="connsiteX11" fmla="*/ 2839091 w 4676599"/>
              <a:gd name="connsiteY11" fmla="*/ 2412275 h 2647406"/>
              <a:gd name="connsiteX12" fmla="*/ 3692531 w 4676599"/>
              <a:gd name="connsiteY12" fmla="*/ 2412275 h 2647406"/>
              <a:gd name="connsiteX13" fmla="*/ 4293422 w 4676599"/>
              <a:gd name="connsiteY13" fmla="*/ 1811384 h 2647406"/>
              <a:gd name="connsiteX14" fmla="*/ 4676599 w 4676599"/>
              <a:gd name="connsiteY14" fmla="*/ 0 h 2647406"/>
              <a:gd name="connsiteX0" fmla="*/ 0 w 4676599"/>
              <a:gd name="connsiteY0" fmla="*/ 1659254 h 2647406"/>
              <a:gd name="connsiteX1" fmla="*/ 670657 w 4676599"/>
              <a:gd name="connsiteY1" fmla="*/ 2647406 h 2647406"/>
              <a:gd name="connsiteX2" fmla="*/ 1567639 w 4676599"/>
              <a:gd name="connsiteY2" fmla="*/ 1968137 h 2647406"/>
              <a:gd name="connsiteX3" fmla="*/ 1567639 w 4676599"/>
              <a:gd name="connsiteY3" fmla="*/ 1750423 h 2647406"/>
              <a:gd name="connsiteX4" fmla="*/ 1785354 w 4676599"/>
              <a:gd name="connsiteY4" fmla="*/ 1750423 h 2647406"/>
              <a:gd name="connsiteX5" fmla="*/ 1785354 w 4676599"/>
              <a:gd name="connsiteY5" fmla="*/ 1515292 h 2647406"/>
              <a:gd name="connsiteX6" fmla="*/ 2011777 w 4676599"/>
              <a:gd name="connsiteY6" fmla="*/ 1515292 h 2647406"/>
              <a:gd name="connsiteX7" fmla="*/ 2011777 w 4676599"/>
              <a:gd name="connsiteY7" fmla="*/ 1297577 h 2647406"/>
              <a:gd name="connsiteX8" fmla="*/ 2238199 w 4676599"/>
              <a:gd name="connsiteY8" fmla="*/ 1297577 h 2647406"/>
              <a:gd name="connsiteX9" fmla="*/ 2664919 w 4676599"/>
              <a:gd name="connsiteY9" fmla="*/ 409303 h 2647406"/>
              <a:gd name="connsiteX10" fmla="*/ 2839091 w 4676599"/>
              <a:gd name="connsiteY10" fmla="*/ 2412275 h 2647406"/>
              <a:gd name="connsiteX11" fmla="*/ 3692531 w 4676599"/>
              <a:gd name="connsiteY11" fmla="*/ 2412275 h 2647406"/>
              <a:gd name="connsiteX12" fmla="*/ 4293422 w 4676599"/>
              <a:gd name="connsiteY12" fmla="*/ 1811384 h 2647406"/>
              <a:gd name="connsiteX13" fmla="*/ 4676599 w 4676599"/>
              <a:gd name="connsiteY13" fmla="*/ 0 h 2647406"/>
              <a:gd name="connsiteX0" fmla="*/ 0 w 4676599"/>
              <a:gd name="connsiteY0" fmla="*/ 1659254 h 2412275"/>
              <a:gd name="connsiteX1" fmla="*/ 1567639 w 4676599"/>
              <a:gd name="connsiteY1" fmla="*/ 1968137 h 2412275"/>
              <a:gd name="connsiteX2" fmla="*/ 1567639 w 4676599"/>
              <a:gd name="connsiteY2" fmla="*/ 1750423 h 2412275"/>
              <a:gd name="connsiteX3" fmla="*/ 1785354 w 4676599"/>
              <a:gd name="connsiteY3" fmla="*/ 1750423 h 2412275"/>
              <a:gd name="connsiteX4" fmla="*/ 1785354 w 4676599"/>
              <a:gd name="connsiteY4" fmla="*/ 1515292 h 2412275"/>
              <a:gd name="connsiteX5" fmla="*/ 2011777 w 4676599"/>
              <a:gd name="connsiteY5" fmla="*/ 1515292 h 2412275"/>
              <a:gd name="connsiteX6" fmla="*/ 2011777 w 4676599"/>
              <a:gd name="connsiteY6" fmla="*/ 1297577 h 2412275"/>
              <a:gd name="connsiteX7" fmla="*/ 2238199 w 4676599"/>
              <a:gd name="connsiteY7" fmla="*/ 1297577 h 2412275"/>
              <a:gd name="connsiteX8" fmla="*/ 2664919 w 4676599"/>
              <a:gd name="connsiteY8" fmla="*/ 409303 h 2412275"/>
              <a:gd name="connsiteX9" fmla="*/ 2839091 w 4676599"/>
              <a:gd name="connsiteY9" fmla="*/ 2412275 h 2412275"/>
              <a:gd name="connsiteX10" fmla="*/ 3692531 w 4676599"/>
              <a:gd name="connsiteY10" fmla="*/ 2412275 h 2412275"/>
              <a:gd name="connsiteX11" fmla="*/ 4293422 w 4676599"/>
              <a:gd name="connsiteY11" fmla="*/ 1811384 h 2412275"/>
              <a:gd name="connsiteX12" fmla="*/ 4676599 w 4676599"/>
              <a:gd name="connsiteY12" fmla="*/ 0 h 2412275"/>
              <a:gd name="connsiteX0" fmla="*/ 0 w 4676599"/>
              <a:gd name="connsiteY0" fmla="*/ 1659254 h 2412275"/>
              <a:gd name="connsiteX1" fmla="*/ 1567639 w 4676599"/>
              <a:gd name="connsiteY1" fmla="*/ 1968137 h 2412275"/>
              <a:gd name="connsiteX2" fmla="*/ 1785354 w 4676599"/>
              <a:gd name="connsiteY2" fmla="*/ 1750423 h 2412275"/>
              <a:gd name="connsiteX3" fmla="*/ 1785354 w 4676599"/>
              <a:gd name="connsiteY3" fmla="*/ 1515292 h 2412275"/>
              <a:gd name="connsiteX4" fmla="*/ 2011777 w 4676599"/>
              <a:gd name="connsiteY4" fmla="*/ 1515292 h 2412275"/>
              <a:gd name="connsiteX5" fmla="*/ 2011777 w 4676599"/>
              <a:gd name="connsiteY5" fmla="*/ 1297577 h 2412275"/>
              <a:gd name="connsiteX6" fmla="*/ 2238199 w 4676599"/>
              <a:gd name="connsiteY6" fmla="*/ 1297577 h 2412275"/>
              <a:gd name="connsiteX7" fmla="*/ 2664919 w 4676599"/>
              <a:gd name="connsiteY7" fmla="*/ 409303 h 2412275"/>
              <a:gd name="connsiteX8" fmla="*/ 2839091 w 4676599"/>
              <a:gd name="connsiteY8" fmla="*/ 2412275 h 2412275"/>
              <a:gd name="connsiteX9" fmla="*/ 3692531 w 4676599"/>
              <a:gd name="connsiteY9" fmla="*/ 2412275 h 2412275"/>
              <a:gd name="connsiteX10" fmla="*/ 4293422 w 4676599"/>
              <a:gd name="connsiteY10" fmla="*/ 1811384 h 2412275"/>
              <a:gd name="connsiteX11" fmla="*/ 4676599 w 4676599"/>
              <a:gd name="connsiteY11" fmla="*/ 0 h 2412275"/>
              <a:gd name="connsiteX0" fmla="*/ 0 w 4676599"/>
              <a:gd name="connsiteY0" fmla="*/ 1659254 h 2412275"/>
              <a:gd name="connsiteX1" fmla="*/ 1567639 w 4676599"/>
              <a:gd name="connsiteY1" fmla="*/ 1968137 h 2412275"/>
              <a:gd name="connsiteX2" fmla="*/ 1785354 w 4676599"/>
              <a:gd name="connsiteY2" fmla="*/ 1515292 h 2412275"/>
              <a:gd name="connsiteX3" fmla="*/ 2011777 w 4676599"/>
              <a:gd name="connsiteY3" fmla="*/ 1515292 h 2412275"/>
              <a:gd name="connsiteX4" fmla="*/ 2011777 w 4676599"/>
              <a:gd name="connsiteY4" fmla="*/ 1297577 h 2412275"/>
              <a:gd name="connsiteX5" fmla="*/ 2238199 w 4676599"/>
              <a:gd name="connsiteY5" fmla="*/ 1297577 h 2412275"/>
              <a:gd name="connsiteX6" fmla="*/ 2664919 w 4676599"/>
              <a:gd name="connsiteY6" fmla="*/ 409303 h 2412275"/>
              <a:gd name="connsiteX7" fmla="*/ 2839091 w 4676599"/>
              <a:gd name="connsiteY7" fmla="*/ 2412275 h 2412275"/>
              <a:gd name="connsiteX8" fmla="*/ 3692531 w 4676599"/>
              <a:gd name="connsiteY8" fmla="*/ 2412275 h 2412275"/>
              <a:gd name="connsiteX9" fmla="*/ 4293422 w 4676599"/>
              <a:gd name="connsiteY9" fmla="*/ 1811384 h 2412275"/>
              <a:gd name="connsiteX10" fmla="*/ 4676599 w 4676599"/>
              <a:gd name="connsiteY10" fmla="*/ 0 h 2412275"/>
              <a:gd name="connsiteX0" fmla="*/ 0 w 4676599"/>
              <a:gd name="connsiteY0" fmla="*/ 1659254 h 2412275"/>
              <a:gd name="connsiteX1" fmla="*/ 534206 w 4676599"/>
              <a:gd name="connsiteY1" fmla="*/ 1434197 h 2412275"/>
              <a:gd name="connsiteX2" fmla="*/ 1785354 w 4676599"/>
              <a:gd name="connsiteY2" fmla="*/ 1515292 h 2412275"/>
              <a:gd name="connsiteX3" fmla="*/ 2011777 w 4676599"/>
              <a:gd name="connsiteY3" fmla="*/ 1515292 h 2412275"/>
              <a:gd name="connsiteX4" fmla="*/ 2011777 w 4676599"/>
              <a:gd name="connsiteY4" fmla="*/ 1297577 h 2412275"/>
              <a:gd name="connsiteX5" fmla="*/ 2238199 w 4676599"/>
              <a:gd name="connsiteY5" fmla="*/ 1297577 h 2412275"/>
              <a:gd name="connsiteX6" fmla="*/ 2664919 w 4676599"/>
              <a:gd name="connsiteY6" fmla="*/ 409303 h 2412275"/>
              <a:gd name="connsiteX7" fmla="*/ 2839091 w 4676599"/>
              <a:gd name="connsiteY7" fmla="*/ 2412275 h 2412275"/>
              <a:gd name="connsiteX8" fmla="*/ 3692531 w 4676599"/>
              <a:gd name="connsiteY8" fmla="*/ 2412275 h 2412275"/>
              <a:gd name="connsiteX9" fmla="*/ 4293422 w 4676599"/>
              <a:gd name="connsiteY9" fmla="*/ 1811384 h 2412275"/>
              <a:gd name="connsiteX10" fmla="*/ 4676599 w 4676599"/>
              <a:gd name="connsiteY10" fmla="*/ 0 h 2412275"/>
              <a:gd name="connsiteX0" fmla="*/ 0 w 4676599"/>
              <a:gd name="connsiteY0" fmla="*/ 1659254 h 2412275"/>
              <a:gd name="connsiteX1" fmla="*/ 542818 w 4676599"/>
              <a:gd name="connsiteY1" fmla="*/ 1399750 h 2412275"/>
              <a:gd name="connsiteX2" fmla="*/ 1785354 w 4676599"/>
              <a:gd name="connsiteY2" fmla="*/ 1515292 h 2412275"/>
              <a:gd name="connsiteX3" fmla="*/ 2011777 w 4676599"/>
              <a:gd name="connsiteY3" fmla="*/ 1515292 h 2412275"/>
              <a:gd name="connsiteX4" fmla="*/ 2011777 w 4676599"/>
              <a:gd name="connsiteY4" fmla="*/ 1297577 h 2412275"/>
              <a:gd name="connsiteX5" fmla="*/ 2238199 w 4676599"/>
              <a:gd name="connsiteY5" fmla="*/ 1297577 h 2412275"/>
              <a:gd name="connsiteX6" fmla="*/ 2664919 w 4676599"/>
              <a:gd name="connsiteY6" fmla="*/ 409303 h 2412275"/>
              <a:gd name="connsiteX7" fmla="*/ 2839091 w 4676599"/>
              <a:gd name="connsiteY7" fmla="*/ 2412275 h 2412275"/>
              <a:gd name="connsiteX8" fmla="*/ 3692531 w 4676599"/>
              <a:gd name="connsiteY8" fmla="*/ 2412275 h 2412275"/>
              <a:gd name="connsiteX9" fmla="*/ 4293422 w 4676599"/>
              <a:gd name="connsiteY9" fmla="*/ 1811384 h 2412275"/>
              <a:gd name="connsiteX10" fmla="*/ 4676599 w 4676599"/>
              <a:gd name="connsiteY10" fmla="*/ 0 h 2412275"/>
              <a:gd name="connsiteX0" fmla="*/ 0 w 4676599"/>
              <a:gd name="connsiteY0" fmla="*/ 1659254 h 2412275"/>
              <a:gd name="connsiteX1" fmla="*/ 542818 w 4676599"/>
              <a:gd name="connsiteY1" fmla="*/ 1399750 h 2412275"/>
              <a:gd name="connsiteX2" fmla="*/ 1673399 w 4676599"/>
              <a:gd name="connsiteY2" fmla="*/ 1377500 h 2412275"/>
              <a:gd name="connsiteX3" fmla="*/ 2011777 w 4676599"/>
              <a:gd name="connsiteY3" fmla="*/ 1515292 h 2412275"/>
              <a:gd name="connsiteX4" fmla="*/ 2011777 w 4676599"/>
              <a:gd name="connsiteY4" fmla="*/ 1297577 h 2412275"/>
              <a:gd name="connsiteX5" fmla="*/ 2238199 w 4676599"/>
              <a:gd name="connsiteY5" fmla="*/ 1297577 h 2412275"/>
              <a:gd name="connsiteX6" fmla="*/ 2664919 w 4676599"/>
              <a:gd name="connsiteY6" fmla="*/ 409303 h 2412275"/>
              <a:gd name="connsiteX7" fmla="*/ 2839091 w 4676599"/>
              <a:gd name="connsiteY7" fmla="*/ 2412275 h 2412275"/>
              <a:gd name="connsiteX8" fmla="*/ 3692531 w 4676599"/>
              <a:gd name="connsiteY8" fmla="*/ 2412275 h 2412275"/>
              <a:gd name="connsiteX9" fmla="*/ 4293422 w 4676599"/>
              <a:gd name="connsiteY9" fmla="*/ 1811384 h 2412275"/>
              <a:gd name="connsiteX10" fmla="*/ 4676599 w 4676599"/>
              <a:gd name="connsiteY10" fmla="*/ 0 h 2412275"/>
              <a:gd name="connsiteX0" fmla="*/ 0 w 4676599"/>
              <a:gd name="connsiteY0" fmla="*/ 1659254 h 2412275"/>
              <a:gd name="connsiteX1" fmla="*/ 542818 w 4676599"/>
              <a:gd name="connsiteY1" fmla="*/ 1399750 h 2412275"/>
              <a:gd name="connsiteX2" fmla="*/ 1664787 w 4676599"/>
              <a:gd name="connsiteY2" fmla="*/ 1403336 h 2412275"/>
              <a:gd name="connsiteX3" fmla="*/ 2011777 w 4676599"/>
              <a:gd name="connsiteY3" fmla="*/ 1515292 h 2412275"/>
              <a:gd name="connsiteX4" fmla="*/ 2011777 w 4676599"/>
              <a:gd name="connsiteY4" fmla="*/ 1297577 h 2412275"/>
              <a:gd name="connsiteX5" fmla="*/ 2238199 w 4676599"/>
              <a:gd name="connsiteY5" fmla="*/ 1297577 h 2412275"/>
              <a:gd name="connsiteX6" fmla="*/ 2664919 w 4676599"/>
              <a:gd name="connsiteY6" fmla="*/ 409303 h 2412275"/>
              <a:gd name="connsiteX7" fmla="*/ 2839091 w 4676599"/>
              <a:gd name="connsiteY7" fmla="*/ 2412275 h 2412275"/>
              <a:gd name="connsiteX8" fmla="*/ 3692531 w 4676599"/>
              <a:gd name="connsiteY8" fmla="*/ 2412275 h 2412275"/>
              <a:gd name="connsiteX9" fmla="*/ 4293422 w 4676599"/>
              <a:gd name="connsiteY9" fmla="*/ 1811384 h 2412275"/>
              <a:gd name="connsiteX10" fmla="*/ 4676599 w 4676599"/>
              <a:gd name="connsiteY10" fmla="*/ 0 h 2412275"/>
              <a:gd name="connsiteX0" fmla="*/ 0 w 4676599"/>
              <a:gd name="connsiteY0" fmla="*/ 1659254 h 2412275"/>
              <a:gd name="connsiteX1" fmla="*/ 542818 w 4676599"/>
              <a:gd name="connsiteY1" fmla="*/ 1399750 h 2412275"/>
              <a:gd name="connsiteX2" fmla="*/ 1664787 w 4676599"/>
              <a:gd name="connsiteY2" fmla="*/ 1403336 h 2412275"/>
              <a:gd name="connsiteX3" fmla="*/ 2011777 w 4676599"/>
              <a:gd name="connsiteY3" fmla="*/ 1297577 h 2412275"/>
              <a:gd name="connsiteX4" fmla="*/ 2238199 w 4676599"/>
              <a:gd name="connsiteY4" fmla="*/ 1297577 h 2412275"/>
              <a:gd name="connsiteX5" fmla="*/ 2664919 w 4676599"/>
              <a:gd name="connsiteY5" fmla="*/ 409303 h 2412275"/>
              <a:gd name="connsiteX6" fmla="*/ 2839091 w 4676599"/>
              <a:gd name="connsiteY6" fmla="*/ 2412275 h 2412275"/>
              <a:gd name="connsiteX7" fmla="*/ 3692531 w 4676599"/>
              <a:gd name="connsiteY7" fmla="*/ 2412275 h 2412275"/>
              <a:gd name="connsiteX8" fmla="*/ 4293422 w 4676599"/>
              <a:gd name="connsiteY8" fmla="*/ 1811384 h 2412275"/>
              <a:gd name="connsiteX9" fmla="*/ 4676599 w 4676599"/>
              <a:gd name="connsiteY9" fmla="*/ 0 h 2412275"/>
              <a:gd name="connsiteX0" fmla="*/ 0 w 4676599"/>
              <a:gd name="connsiteY0" fmla="*/ 1659254 h 2412275"/>
              <a:gd name="connsiteX1" fmla="*/ 542818 w 4676599"/>
              <a:gd name="connsiteY1" fmla="*/ 1399750 h 2412275"/>
              <a:gd name="connsiteX2" fmla="*/ 1664787 w 4676599"/>
              <a:gd name="connsiteY2" fmla="*/ 1403336 h 2412275"/>
              <a:gd name="connsiteX3" fmla="*/ 1908435 w 4676599"/>
              <a:gd name="connsiteY3" fmla="*/ 944488 h 2412275"/>
              <a:gd name="connsiteX4" fmla="*/ 2238199 w 4676599"/>
              <a:gd name="connsiteY4" fmla="*/ 1297577 h 2412275"/>
              <a:gd name="connsiteX5" fmla="*/ 2664919 w 4676599"/>
              <a:gd name="connsiteY5" fmla="*/ 409303 h 2412275"/>
              <a:gd name="connsiteX6" fmla="*/ 2839091 w 4676599"/>
              <a:gd name="connsiteY6" fmla="*/ 2412275 h 2412275"/>
              <a:gd name="connsiteX7" fmla="*/ 3692531 w 4676599"/>
              <a:gd name="connsiteY7" fmla="*/ 2412275 h 2412275"/>
              <a:gd name="connsiteX8" fmla="*/ 4293422 w 4676599"/>
              <a:gd name="connsiteY8" fmla="*/ 1811384 h 2412275"/>
              <a:gd name="connsiteX9" fmla="*/ 4676599 w 4676599"/>
              <a:gd name="connsiteY9" fmla="*/ 0 h 2412275"/>
              <a:gd name="connsiteX0" fmla="*/ 0 w 4676599"/>
              <a:gd name="connsiteY0" fmla="*/ 1659254 h 2412275"/>
              <a:gd name="connsiteX1" fmla="*/ 542818 w 4676599"/>
              <a:gd name="connsiteY1" fmla="*/ 1399750 h 2412275"/>
              <a:gd name="connsiteX2" fmla="*/ 1664787 w 4676599"/>
              <a:gd name="connsiteY2" fmla="*/ 1403336 h 2412275"/>
              <a:gd name="connsiteX3" fmla="*/ 1908435 w 4676599"/>
              <a:gd name="connsiteY3" fmla="*/ 944488 h 2412275"/>
              <a:gd name="connsiteX4" fmla="*/ 2332930 w 4676599"/>
              <a:gd name="connsiteY4" fmla="*/ 978935 h 2412275"/>
              <a:gd name="connsiteX5" fmla="*/ 2664919 w 4676599"/>
              <a:gd name="connsiteY5" fmla="*/ 409303 h 2412275"/>
              <a:gd name="connsiteX6" fmla="*/ 2839091 w 4676599"/>
              <a:gd name="connsiteY6" fmla="*/ 2412275 h 2412275"/>
              <a:gd name="connsiteX7" fmla="*/ 3692531 w 4676599"/>
              <a:gd name="connsiteY7" fmla="*/ 2412275 h 2412275"/>
              <a:gd name="connsiteX8" fmla="*/ 4293422 w 4676599"/>
              <a:gd name="connsiteY8" fmla="*/ 1811384 h 2412275"/>
              <a:gd name="connsiteX9" fmla="*/ 4676599 w 4676599"/>
              <a:gd name="connsiteY9" fmla="*/ 0 h 2412275"/>
              <a:gd name="connsiteX0" fmla="*/ 0 w 4676599"/>
              <a:gd name="connsiteY0" fmla="*/ 2012344 h 2412275"/>
              <a:gd name="connsiteX1" fmla="*/ 542818 w 4676599"/>
              <a:gd name="connsiteY1" fmla="*/ 1399750 h 2412275"/>
              <a:gd name="connsiteX2" fmla="*/ 1664787 w 4676599"/>
              <a:gd name="connsiteY2" fmla="*/ 1403336 h 2412275"/>
              <a:gd name="connsiteX3" fmla="*/ 1908435 w 4676599"/>
              <a:gd name="connsiteY3" fmla="*/ 944488 h 2412275"/>
              <a:gd name="connsiteX4" fmla="*/ 2332930 w 4676599"/>
              <a:gd name="connsiteY4" fmla="*/ 978935 h 2412275"/>
              <a:gd name="connsiteX5" fmla="*/ 2664919 w 4676599"/>
              <a:gd name="connsiteY5" fmla="*/ 409303 h 2412275"/>
              <a:gd name="connsiteX6" fmla="*/ 2839091 w 4676599"/>
              <a:gd name="connsiteY6" fmla="*/ 2412275 h 2412275"/>
              <a:gd name="connsiteX7" fmla="*/ 3692531 w 4676599"/>
              <a:gd name="connsiteY7" fmla="*/ 2412275 h 2412275"/>
              <a:gd name="connsiteX8" fmla="*/ 4293422 w 4676599"/>
              <a:gd name="connsiteY8" fmla="*/ 1811384 h 2412275"/>
              <a:gd name="connsiteX9" fmla="*/ 4676599 w 4676599"/>
              <a:gd name="connsiteY9" fmla="*/ 0 h 2412275"/>
              <a:gd name="connsiteX0" fmla="*/ 0 w 4676599"/>
              <a:gd name="connsiteY0" fmla="*/ 2012344 h 2412275"/>
              <a:gd name="connsiteX1" fmla="*/ 542818 w 4676599"/>
              <a:gd name="connsiteY1" fmla="*/ 1391137 h 2412275"/>
              <a:gd name="connsiteX2" fmla="*/ 1664787 w 4676599"/>
              <a:gd name="connsiteY2" fmla="*/ 1403336 h 2412275"/>
              <a:gd name="connsiteX3" fmla="*/ 1908435 w 4676599"/>
              <a:gd name="connsiteY3" fmla="*/ 944488 h 2412275"/>
              <a:gd name="connsiteX4" fmla="*/ 2332930 w 4676599"/>
              <a:gd name="connsiteY4" fmla="*/ 978935 h 2412275"/>
              <a:gd name="connsiteX5" fmla="*/ 2664919 w 4676599"/>
              <a:gd name="connsiteY5" fmla="*/ 409303 h 2412275"/>
              <a:gd name="connsiteX6" fmla="*/ 2839091 w 4676599"/>
              <a:gd name="connsiteY6" fmla="*/ 2412275 h 2412275"/>
              <a:gd name="connsiteX7" fmla="*/ 3692531 w 4676599"/>
              <a:gd name="connsiteY7" fmla="*/ 2412275 h 2412275"/>
              <a:gd name="connsiteX8" fmla="*/ 4293422 w 4676599"/>
              <a:gd name="connsiteY8" fmla="*/ 1811384 h 2412275"/>
              <a:gd name="connsiteX9" fmla="*/ 4676599 w 4676599"/>
              <a:gd name="connsiteY9" fmla="*/ 0 h 2412275"/>
              <a:gd name="connsiteX0" fmla="*/ 0 w 4676599"/>
              <a:gd name="connsiteY0" fmla="*/ 2012344 h 2412275"/>
              <a:gd name="connsiteX1" fmla="*/ 542818 w 4676599"/>
              <a:gd name="connsiteY1" fmla="*/ 1391137 h 2412275"/>
              <a:gd name="connsiteX2" fmla="*/ 1664787 w 4676599"/>
              <a:gd name="connsiteY2" fmla="*/ 1403336 h 2412275"/>
              <a:gd name="connsiteX3" fmla="*/ 1848152 w 4676599"/>
              <a:gd name="connsiteY3" fmla="*/ 1021995 h 2412275"/>
              <a:gd name="connsiteX4" fmla="*/ 2332930 w 4676599"/>
              <a:gd name="connsiteY4" fmla="*/ 978935 h 2412275"/>
              <a:gd name="connsiteX5" fmla="*/ 2664919 w 4676599"/>
              <a:gd name="connsiteY5" fmla="*/ 409303 h 2412275"/>
              <a:gd name="connsiteX6" fmla="*/ 2839091 w 4676599"/>
              <a:gd name="connsiteY6" fmla="*/ 2412275 h 2412275"/>
              <a:gd name="connsiteX7" fmla="*/ 3692531 w 4676599"/>
              <a:gd name="connsiteY7" fmla="*/ 2412275 h 2412275"/>
              <a:gd name="connsiteX8" fmla="*/ 4293422 w 4676599"/>
              <a:gd name="connsiteY8" fmla="*/ 1811384 h 2412275"/>
              <a:gd name="connsiteX9" fmla="*/ 4676599 w 4676599"/>
              <a:gd name="connsiteY9" fmla="*/ 0 h 2412275"/>
              <a:gd name="connsiteX0" fmla="*/ 0 w 4676599"/>
              <a:gd name="connsiteY0" fmla="*/ 2012344 h 2412275"/>
              <a:gd name="connsiteX1" fmla="*/ 542818 w 4676599"/>
              <a:gd name="connsiteY1" fmla="*/ 1391137 h 2412275"/>
              <a:gd name="connsiteX2" fmla="*/ 1664787 w 4676599"/>
              <a:gd name="connsiteY2" fmla="*/ 1403336 h 2412275"/>
              <a:gd name="connsiteX3" fmla="*/ 1839540 w 4676599"/>
              <a:gd name="connsiteY3" fmla="*/ 970324 h 2412275"/>
              <a:gd name="connsiteX4" fmla="*/ 2332930 w 4676599"/>
              <a:gd name="connsiteY4" fmla="*/ 978935 h 2412275"/>
              <a:gd name="connsiteX5" fmla="*/ 2664919 w 4676599"/>
              <a:gd name="connsiteY5" fmla="*/ 409303 h 2412275"/>
              <a:gd name="connsiteX6" fmla="*/ 2839091 w 4676599"/>
              <a:gd name="connsiteY6" fmla="*/ 2412275 h 2412275"/>
              <a:gd name="connsiteX7" fmla="*/ 3692531 w 4676599"/>
              <a:gd name="connsiteY7" fmla="*/ 2412275 h 2412275"/>
              <a:gd name="connsiteX8" fmla="*/ 4293422 w 4676599"/>
              <a:gd name="connsiteY8" fmla="*/ 1811384 h 2412275"/>
              <a:gd name="connsiteX9" fmla="*/ 4676599 w 4676599"/>
              <a:gd name="connsiteY9" fmla="*/ 0 h 2412275"/>
              <a:gd name="connsiteX0" fmla="*/ 0 w 4676599"/>
              <a:gd name="connsiteY0" fmla="*/ 2012344 h 2412275"/>
              <a:gd name="connsiteX1" fmla="*/ 542818 w 4676599"/>
              <a:gd name="connsiteY1" fmla="*/ 1391137 h 2412275"/>
              <a:gd name="connsiteX2" fmla="*/ 1664787 w 4676599"/>
              <a:gd name="connsiteY2" fmla="*/ 1403336 h 2412275"/>
              <a:gd name="connsiteX3" fmla="*/ 1839540 w 4676599"/>
              <a:gd name="connsiteY3" fmla="*/ 970324 h 2412275"/>
              <a:gd name="connsiteX4" fmla="*/ 2332930 w 4676599"/>
              <a:gd name="connsiteY4" fmla="*/ 978935 h 2412275"/>
              <a:gd name="connsiteX5" fmla="*/ 2664919 w 4676599"/>
              <a:gd name="connsiteY5" fmla="*/ 409303 h 2412275"/>
              <a:gd name="connsiteX6" fmla="*/ 3218017 w 4676599"/>
              <a:gd name="connsiteY6" fmla="*/ 405692 h 2412275"/>
              <a:gd name="connsiteX7" fmla="*/ 3692531 w 4676599"/>
              <a:gd name="connsiteY7" fmla="*/ 2412275 h 2412275"/>
              <a:gd name="connsiteX8" fmla="*/ 4293422 w 4676599"/>
              <a:gd name="connsiteY8" fmla="*/ 1811384 h 2412275"/>
              <a:gd name="connsiteX9" fmla="*/ 4676599 w 4676599"/>
              <a:gd name="connsiteY9" fmla="*/ 0 h 2412275"/>
              <a:gd name="connsiteX0" fmla="*/ 0 w 4676599"/>
              <a:gd name="connsiteY0" fmla="*/ 2012344 h 2442967"/>
              <a:gd name="connsiteX1" fmla="*/ 542818 w 4676599"/>
              <a:gd name="connsiteY1" fmla="*/ 1391137 h 2442967"/>
              <a:gd name="connsiteX2" fmla="*/ 1664787 w 4676599"/>
              <a:gd name="connsiteY2" fmla="*/ 1403336 h 2442967"/>
              <a:gd name="connsiteX3" fmla="*/ 1822317 w 4676599"/>
              <a:gd name="connsiteY3" fmla="*/ 2442967 h 2442967"/>
              <a:gd name="connsiteX4" fmla="*/ 2332930 w 4676599"/>
              <a:gd name="connsiteY4" fmla="*/ 978935 h 2442967"/>
              <a:gd name="connsiteX5" fmla="*/ 2664919 w 4676599"/>
              <a:gd name="connsiteY5" fmla="*/ 409303 h 2442967"/>
              <a:gd name="connsiteX6" fmla="*/ 3218017 w 4676599"/>
              <a:gd name="connsiteY6" fmla="*/ 405692 h 2442967"/>
              <a:gd name="connsiteX7" fmla="*/ 3692531 w 4676599"/>
              <a:gd name="connsiteY7" fmla="*/ 2412275 h 2442967"/>
              <a:gd name="connsiteX8" fmla="*/ 4293422 w 4676599"/>
              <a:gd name="connsiteY8" fmla="*/ 1811384 h 2442967"/>
              <a:gd name="connsiteX9" fmla="*/ 4676599 w 4676599"/>
              <a:gd name="connsiteY9" fmla="*/ 0 h 2442967"/>
              <a:gd name="connsiteX0" fmla="*/ 0 w 4676599"/>
              <a:gd name="connsiteY0" fmla="*/ 2012344 h 2442967"/>
              <a:gd name="connsiteX1" fmla="*/ 542818 w 4676599"/>
              <a:gd name="connsiteY1" fmla="*/ 1391137 h 2442967"/>
              <a:gd name="connsiteX2" fmla="*/ 1664787 w 4676599"/>
              <a:gd name="connsiteY2" fmla="*/ 1403336 h 2442967"/>
              <a:gd name="connsiteX3" fmla="*/ 1822317 w 4676599"/>
              <a:gd name="connsiteY3" fmla="*/ 2442967 h 2442967"/>
              <a:gd name="connsiteX4" fmla="*/ 2332930 w 4676599"/>
              <a:gd name="connsiteY4" fmla="*/ 978935 h 2442967"/>
              <a:gd name="connsiteX5" fmla="*/ 2353121 w 4676599"/>
              <a:gd name="connsiteY5" fmla="*/ 994201 h 2442967"/>
              <a:gd name="connsiteX6" fmla="*/ 2664919 w 4676599"/>
              <a:gd name="connsiteY6" fmla="*/ 409303 h 2442967"/>
              <a:gd name="connsiteX7" fmla="*/ 3218017 w 4676599"/>
              <a:gd name="connsiteY7" fmla="*/ 405692 h 2442967"/>
              <a:gd name="connsiteX8" fmla="*/ 3692531 w 4676599"/>
              <a:gd name="connsiteY8" fmla="*/ 2412275 h 2442967"/>
              <a:gd name="connsiteX9" fmla="*/ 4293422 w 4676599"/>
              <a:gd name="connsiteY9" fmla="*/ 1811384 h 2442967"/>
              <a:gd name="connsiteX10" fmla="*/ 4676599 w 4676599"/>
              <a:gd name="connsiteY10" fmla="*/ 0 h 2442967"/>
              <a:gd name="connsiteX0" fmla="*/ 0 w 4676599"/>
              <a:gd name="connsiteY0" fmla="*/ 2012344 h 2442967"/>
              <a:gd name="connsiteX1" fmla="*/ 542818 w 4676599"/>
              <a:gd name="connsiteY1" fmla="*/ 1391137 h 2442967"/>
              <a:gd name="connsiteX2" fmla="*/ 1664787 w 4676599"/>
              <a:gd name="connsiteY2" fmla="*/ 1403336 h 2442967"/>
              <a:gd name="connsiteX3" fmla="*/ 1822317 w 4676599"/>
              <a:gd name="connsiteY3" fmla="*/ 2442967 h 2442967"/>
              <a:gd name="connsiteX4" fmla="*/ 2332930 w 4676599"/>
              <a:gd name="connsiteY4" fmla="*/ 978935 h 2442967"/>
              <a:gd name="connsiteX5" fmla="*/ 2628703 w 4676599"/>
              <a:gd name="connsiteY5" fmla="*/ 830574 h 2442967"/>
              <a:gd name="connsiteX6" fmla="*/ 2664919 w 4676599"/>
              <a:gd name="connsiteY6" fmla="*/ 409303 h 2442967"/>
              <a:gd name="connsiteX7" fmla="*/ 3218017 w 4676599"/>
              <a:gd name="connsiteY7" fmla="*/ 405692 h 2442967"/>
              <a:gd name="connsiteX8" fmla="*/ 3692531 w 4676599"/>
              <a:gd name="connsiteY8" fmla="*/ 2412275 h 2442967"/>
              <a:gd name="connsiteX9" fmla="*/ 4293422 w 4676599"/>
              <a:gd name="connsiteY9" fmla="*/ 1811384 h 2442967"/>
              <a:gd name="connsiteX10" fmla="*/ 4676599 w 4676599"/>
              <a:gd name="connsiteY10" fmla="*/ 0 h 2442967"/>
              <a:gd name="connsiteX0" fmla="*/ 0 w 4676599"/>
              <a:gd name="connsiteY0" fmla="*/ 2012344 h 2442967"/>
              <a:gd name="connsiteX1" fmla="*/ 542818 w 4676599"/>
              <a:gd name="connsiteY1" fmla="*/ 1391137 h 2442967"/>
              <a:gd name="connsiteX2" fmla="*/ 1664787 w 4676599"/>
              <a:gd name="connsiteY2" fmla="*/ 1403336 h 2442967"/>
              <a:gd name="connsiteX3" fmla="*/ 1822317 w 4676599"/>
              <a:gd name="connsiteY3" fmla="*/ 2442967 h 2442967"/>
              <a:gd name="connsiteX4" fmla="*/ 2341542 w 4676599"/>
              <a:gd name="connsiteY4" fmla="*/ 2434354 h 2442967"/>
              <a:gd name="connsiteX5" fmla="*/ 2628703 w 4676599"/>
              <a:gd name="connsiteY5" fmla="*/ 830574 h 2442967"/>
              <a:gd name="connsiteX6" fmla="*/ 2664919 w 4676599"/>
              <a:gd name="connsiteY6" fmla="*/ 409303 h 2442967"/>
              <a:gd name="connsiteX7" fmla="*/ 3218017 w 4676599"/>
              <a:gd name="connsiteY7" fmla="*/ 405692 h 2442967"/>
              <a:gd name="connsiteX8" fmla="*/ 3692531 w 4676599"/>
              <a:gd name="connsiteY8" fmla="*/ 2412275 h 2442967"/>
              <a:gd name="connsiteX9" fmla="*/ 4293422 w 4676599"/>
              <a:gd name="connsiteY9" fmla="*/ 1811384 h 2442967"/>
              <a:gd name="connsiteX10" fmla="*/ 4676599 w 4676599"/>
              <a:gd name="connsiteY10" fmla="*/ 0 h 2442967"/>
              <a:gd name="connsiteX0" fmla="*/ 0 w 4676599"/>
              <a:gd name="connsiteY0" fmla="*/ 2012344 h 2468802"/>
              <a:gd name="connsiteX1" fmla="*/ 542818 w 4676599"/>
              <a:gd name="connsiteY1" fmla="*/ 1391137 h 2468802"/>
              <a:gd name="connsiteX2" fmla="*/ 1664787 w 4676599"/>
              <a:gd name="connsiteY2" fmla="*/ 1403336 h 2468802"/>
              <a:gd name="connsiteX3" fmla="*/ 1822317 w 4676599"/>
              <a:gd name="connsiteY3" fmla="*/ 2442967 h 2468802"/>
              <a:gd name="connsiteX4" fmla="*/ 2332930 w 4676599"/>
              <a:gd name="connsiteY4" fmla="*/ 2468802 h 2468802"/>
              <a:gd name="connsiteX5" fmla="*/ 2628703 w 4676599"/>
              <a:gd name="connsiteY5" fmla="*/ 830574 h 2468802"/>
              <a:gd name="connsiteX6" fmla="*/ 2664919 w 4676599"/>
              <a:gd name="connsiteY6" fmla="*/ 409303 h 2468802"/>
              <a:gd name="connsiteX7" fmla="*/ 3218017 w 4676599"/>
              <a:gd name="connsiteY7" fmla="*/ 405692 h 2468802"/>
              <a:gd name="connsiteX8" fmla="*/ 3692531 w 4676599"/>
              <a:gd name="connsiteY8" fmla="*/ 2412275 h 2468802"/>
              <a:gd name="connsiteX9" fmla="*/ 4293422 w 4676599"/>
              <a:gd name="connsiteY9" fmla="*/ 1811384 h 2468802"/>
              <a:gd name="connsiteX10" fmla="*/ 4676599 w 4676599"/>
              <a:gd name="connsiteY10" fmla="*/ 0 h 2468802"/>
              <a:gd name="connsiteX0" fmla="*/ 0 w 4676599"/>
              <a:gd name="connsiteY0" fmla="*/ 2012344 h 2468802"/>
              <a:gd name="connsiteX1" fmla="*/ 542818 w 4676599"/>
              <a:gd name="connsiteY1" fmla="*/ 1391137 h 2468802"/>
              <a:gd name="connsiteX2" fmla="*/ 1354757 w 4676599"/>
              <a:gd name="connsiteY2" fmla="*/ 1403336 h 2468802"/>
              <a:gd name="connsiteX3" fmla="*/ 1822317 w 4676599"/>
              <a:gd name="connsiteY3" fmla="*/ 2442967 h 2468802"/>
              <a:gd name="connsiteX4" fmla="*/ 2332930 w 4676599"/>
              <a:gd name="connsiteY4" fmla="*/ 2468802 h 2468802"/>
              <a:gd name="connsiteX5" fmla="*/ 2628703 w 4676599"/>
              <a:gd name="connsiteY5" fmla="*/ 830574 h 2468802"/>
              <a:gd name="connsiteX6" fmla="*/ 2664919 w 4676599"/>
              <a:gd name="connsiteY6" fmla="*/ 409303 h 2468802"/>
              <a:gd name="connsiteX7" fmla="*/ 3218017 w 4676599"/>
              <a:gd name="connsiteY7" fmla="*/ 405692 h 2468802"/>
              <a:gd name="connsiteX8" fmla="*/ 3692531 w 4676599"/>
              <a:gd name="connsiteY8" fmla="*/ 2412275 h 2468802"/>
              <a:gd name="connsiteX9" fmla="*/ 4293422 w 4676599"/>
              <a:gd name="connsiteY9" fmla="*/ 1811384 h 2468802"/>
              <a:gd name="connsiteX10" fmla="*/ 4676599 w 4676599"/>
              <a:gd name="connsiteY10" fmla="*/ 0 h 2468802"/>
              <a:gd name="connsiteX0" fmla="*/ 0 w 4676599"/>
              <a:gd name="connsiteY0" fmla="*/ 2012344 h 2468802"/>
              <a:gd name="connsiteX1" fmla="*/ 361968 w 4676599"/>
              <a:gd name="connsiteY1" fmla="*/ 1382526 h 2468802"/>
              <a:gd name="connsiteX2" fmla="*/ 1354757 w 4676599"/>
              <a:gd name="connsiteY2" fmla="*/ 1403336 h 2468802"/>
              <a:gd name="connsiteX3" fmla="*/ 1822317 w 4676599"/>
              <a:gd name="connsiteY3" fmla="*/ 2442967 h 2468802"/>
              <a:gd name="connsiteX4" fmla="*/ 2332930 w 4676599"/>
              <a:gd name="connsiteY4" fmla="*/ 2468802 h 2468802"/>
              <a:gd name="connsiteX5" fmla="*/ 2628703 w 4676599"/>
              <a:gd name="connsiteY5" fmla="*/ 830574 h 2468802"/>
              <a:gd name="connsiteX6" fmla="*/ 2664919 w 4676599"/>
              <a:gd name="connsiteY6" fmla="*/ 409303 h 2468802"/>
              <a:gd name="connsiteX7" fmla="*/ 3218017 w 4676599"/>
              <a:gd name="connsiteY7" fmla="*/ 405692 h 2468802"/>
              <a:gd name="connsiteX8" fmla="*/ 3692531 w 4676599"/>
              <a:gd name="connsiteY8" fmla="*/ 2412275 h 2468802"/>
              <a:gd name="connsiteX9" fmla="*/ 4293422 w 4676599"/>
              <a:gd name="connsiteY9" fmla="*/ 1811384 h 2468802"/>
              <a:gd name="connsiteX10" fmla="*/ 4676599 w 4676599"/>
              <a:gd name="connsiteY10" fmla="*/ 0 h 2468802"/>
              <a:gd name="connsiteX0" fmla="*/ 0 w 4676599"/>
              <a:gd name="connsiteY0" fmla="*/ 2012344 h 2468802"/>
              <a:gd name="connsiteX1" fmla="*/ 361968 w 4676599"/>
              <a:gd name="connsiteY1" fmla="*/ 1382526 h 2468802"/>
              <a:gd name="connsiteX2" fmla="*/ 1027503 w 4676599"/>
              <a:gd name="connsiteY2" fmla="*/ 1386112 h 2468802"/>
              <a:gd name="connsiteX3" fmla="*/ 1822317 w 4676599"/>
              <a:gd name="connsiteY3" fmla="*/ 2442967 h 2468802"/>
              <a:gd name="connsiteX4" fmla="*/ 2332930 w 4676599"/>
              <a:gd name="connsiteY4" fmla="*/ 2468802 h 2468802"/>
              <a:gd name="connsiteX5" fmla="*/ 2628703 w 4676599"/>
              <a:gd name="connsiteY5" fmla="*/ 830574 h 2468802"/>
              <a:gd name="connsiteX6" fmla="*/ 2664919 w 4676599"/>
              <a:gd name="connsiteY6" fmla="*/ 409303 h 2468802"/>
              <a:gd name="connsiteX7" fmla="*/ 3218017 w 4676599"/>
              <a:gd name="connsiteY7" fmla="*/ 405692 h 2468802"/>
              <a:gd name="connsiteX8" fmla="*/ 3692531 w 4676599"/>
              <a:gd name="connsiteY8" fmla="*/ 2412275 h 2468802"/>
              <a:gd name="connsiteX9" fmla="*/ 4293422 w 4676599"/>
              <a:gd name="connsiteY9" fmla="*/ 1811384 h 2468802"/>
              <a:gd name="connsiteX10" fmla="*/ 4676599 w 4676599"/>
              <a:gd name="connsiteY10" fmla="*/ 0 h 2468802"/>
              <a:gd name="connsiteX0" fmla="*/ 0 w 4676599"/>
              <a:gd name="connsiteY0" fmla="*/ 2012344 h 2468802"/>
              <a:gd name="connsiteX1" fmla="*/ 361968 w 4676599"/>
              <a:gd name="connsiteY1" fmla="*/ 1382526 h 2468802"/>
              <a:gd name="connsiteX2" fmla="*/ 1027503 w 4676599"/>
              <a:gd name="connsiteY2" fmla="*/ 1386112 h 2468802"/>
              <a:gd name="connsiteX3" fmla="*/ 1400332 w 4676599"/>
              <a:gd name="connsiteY3" fmla="*/ 2451579 h 2468802"/>
              <a:gd name="connsiteX4" fmla="*/ 2332930 w 4676599"/>
              <a:gd name="connsiteY4" fmla="*/ 2468802 h 2468802"/>
              <a:gd name="connsiteX5" fmla="*/ 2628703 w 4676599"/>
              <a:gd name="connsiteY5" fmla="*/ 830574 h 2468802"/>
              <a:gd name="connsiteX6" fmla="*/ 2664919 w 4676599"/>
              <a:gd name="connsiteY6" fmla="*/ 409303 h 2468802"/>
              <a:gd name="connsiteX7" fmla="*/ 3218017 w 4676599"/>
              <a:gd name="connsiteY7" fmla="*/ 405692 h 2468802"/>
              <a:gd name="connsiteX8" fmla="*/ 3692531 w 4676599"/>
              <a:gd name="connsiteY8" fmla="*/ 2412275 h 2468802"/>
              <a:gd name="connsiteX9" fmla="*/ 4293422 w 4676599"/>
              <a:gd name="connsiteY9" fmla="*/ 1811384 h 2468802"/>
              <a:gd name="connsiteX10" fmla="*/ 4676599 w 4676599"/>
              <a:gd name="connsiteY10" fmla="*/ 0 h 2468802"/>
              <a:gd name="connsiteX0" fmla="*/ 0 w 4676599"/>
              <a:gd name="connsiteY0" fmla="*/ 2012344 h 2451579"/>
              <a:gd name="connsiteX1" fmla="*/ 361968 w 4676599"/>
              <a:gd name="connsiteY1" fmla="*/ 1382526 h 2451579"/>
              <a:gd name="connsiteX2" fmla="*/ 1027503 w 4676599"/>
              <a:gd name="connsiteY2" fmla="*/ 1386112 h 2451579"/>
              <a:gd name="connsiteX3" fmla="*/ 1400332 w 4676599"/>
              <a:gd name="connsiteY3" fmla="*/ 2451579 h 2451579"/>
              <a:gd name="connsiteX4" fmla="*/ 2186527 w 4676599"/>
              <a:gd name="connsiteY4" fmla="*/ 2442967 h 2451579"/>
              <a:gd name="connsiteX5" fmla="*/ 2628703 w 4676599"/>
              <a:gd name="connsiteY5" fmla="*/ 830574 h 2451579"/>
              <a:gd name="connsiteX6" fmla="*/ 2664919 w 4676599"/>
              <a:gd name="connsiteY6" fmla="*/ 409303 h 2451579"/>
              <a:gd name="connsiteX7" fmla="*/ 3218017 w 4676599"/>
              <a:gd name="connsiteY7" fmla="*/ 405692 h 2451579"/>
              <a:gd name="connsiteX8" fmla="*/ 3692531 w 4676599"/>
              <a:gd name="connsiteY8" fmla="*/ 2412275 h 2451579"/>
              <a:gd name="connsiteX9" fmla="*/ 4293422 w 4676599"/>
              <a:gd name="connsiteY9" fmla="*/ 1811384 h 2451579"/>
              <a:gd name="connsiteX10" fmla="*/ 4676599 w 4676599"/>
              <a:gd name="connsiteY10" fmla="*/ 0 h 2451579"/>
              <a:gd name="connsiteX0" fmla="*/ 0 w 4676599"/>
              <a:gd name="connsiteY0" fmla="*/ 2012344 h 2451579"/>
              <a:gd name="connsiteX1" fmla="*/ 361968 w 4676599"/>
              <a:gd name="connsiteY1" fmla="*/ 1382526 h 2451579"/>
              <a:gd name="connsiteX2" fmla="*/ 1027503 w 4676599"/>
              <a:gd name="connsiteY2" fmla="*/ 1386112 h 2451579"/>
              <a:gd name="connsiteX3" fmla="*/ 1400332 w 4676599"/>
              <a:gd name="connsiteY3" fmla="*/ 2451579 h 2451579"/>
              <a:gd name="connsiteX4" fmla="*/ 2186527 w 4676599"/>
              <a:gd name="connsiteY4" fmla="*/ 2442967 h 2451579"/>
              <a:gd name="connsiteX5" fmla="*/ 2387569 w 4676599"/>
              <a:gd name="connsiteY5" fmla="*/ 942529 h 2451579"/>
              <a:gd name="connsiteX6" fmla="*/ 2664919 w 4676599"/>
              <a:gd name="connsiteY6" fmla="*/ 409303 h 2451579"/>
              <a:gd name="connsiteX7" fmla="*/ 3218017 w 4676599"/>
              <a:gd name="connsiteY7" fmla="*/ 405692 h 2451579"/>
              <a:gd name="connsiteX8" fmla="*/ 3692531 w 4676599"/>
              <a:gd name="connsiteY8" fmla="*/ 2412275 h 2451579"/>
              <a:gd name="connsiteX9" fmla="*/ 4293422 w 4676599"/>
              <a:gd name="connsiteY9" fmla="*/ 1811384 h 2451579"/>
              <a:gd name="connsiteX10" fmla="*/ 4676599 w 4676599"/>
              <a:gd name="connsiteY10" fmla="*/ 0 h 2451579"/>
              <a:gd name="connsiteX0" fmla="*/ 0 w 4676599"/>
              <a:gd name="connsiteY0" fmla="*/ 2012344 h 2451579"/>
              <a:gd name="connsiteX1" fmla="*/ 361968 w 4676599"/>
              <a:gd name="connsiteY1" fmla="*/ 1382526 h 2451579"/>
              <a:gd name="connsiteX2" fmla="*/ 855264 w 4676599"/>
              <a:gd name="connsiteY2" fmla="*/ 1360277 h 2451579"/>
              <a:gd name="connsiteX3" fmla="*/ 1400332 w 4676599"/>
              <a:gd name="connsiteY3" fmla="*/ 2451579 h 2451579"/>
              <a:gd name="connsiteX4" fmla="*/ 2186527 w 4676599"/>
              <a:gd name="connsiteY4" fmla="*/ 2442967 h 2451579"/>
              <a:gd name="connsiteX5" fmla="*/ 2387569 w 4676599"/>
              <a:gd name="connsiteY5" fmla="*/ 942529 h 2451579"/>
              <a:gd name="connsiteX6" fmla="*/ 2664919 w 4676599"/>
              <a:gd name="connsiteY6" fmla="*/ 409303 h 2451579"/>
              <a:gd name="connsiteX7" fmla="*/ 3218017 w 4676599"/>
              <a:gd name="connsiteY7" fmla="*/ 405692 h 2451579"/>
              <a:gd name="connsiteX8" fmla="*/ 3692531 w 4676599"/>
              <a:gd name="connsiteY8" fmla="*/ 2412275 h 2451579"/>
              <a:gd name="connsiteX9" fmla="*/ 4293422 w 4676599"/>
              <a:gd name="connsiteY9" fmla="*/ 1811384 h 2451579"/>
              <a:gd name="connsiteX10" fmla="*/ 4676599 w 4676599"/>
              <a:gd name="connsiteY10" fmla="*/ 0 h 2451579"/>
              <a:gd name="connsiteX0" fmla="*/ 0 w 4676599"/>
              <a:gd name="connsiteY0" fmla="*/ 2012344 h 2442967"/>
              <a:gd name="connsiteX1" fmla="*/ 361968 w 4676599"/>
              <a:gd name="connsiteY1" fmla="*/ 1382526 h 2442967"/>
              <a:gd name="connsiteX2" fmla="*/ 855264 w 4676599"/>
              <a:gd name="connsiteY2" fmla="*/ 1360277 h 2442967"/>
              <a:gd name="connsiteX3" fmla="*/ 1098914 w 4676599"/>
              <a:gd name="connsiteY3" fmla="*/ 2425744 h 2442967"/>
              <a:gd name="connsiteX4" fmla="*/ 2186527 w 4676599"/>
              <a:gd name="connsiteY4" fmla="*/ 2442967 h 2442967"/>
              <a:gd name="connsiteX5" fmla="*/ 2387569 w 4676599"/>
              <a:gd name="connsiteY5" fmla="*/ 942529 h 2442967"/>
              <a:gd name="connsiteX6" fmla="*/ 2664919 w 4676599"/>
              <a:gd name="connsiteY6" fmla="*/ 409303 h 2442967"/>
              <a:gd name="connsiteX7" fmla="*/ 3218017 w 4676599"/>
              <a:gd name="connsiteY7" fmla="*/ 405692 h 2442967"/>
              <a:gd name="connsiteX8" fmla="*/ 3692531 w 4676599"/>
              <a:gd name="connsiteY8" fmla="*/ 2412275 h 2442967"/>
              <a:gd name="connsiteX9" fmla="*/ 4293422 w 4676599"/>
              <a:gd name="connsiteY9" fmla="*/ 1811384 h 2442967"/>
              <a:gd name="connsiteX10" fmla="*/ 4676599 w 4676599"/>
              <a:gd name="connsiteY10" fmla="*/ 0 h 2442967"/>
              <a:gd name="connsiteX0" fmla="*/ 0 w 4676599"/>
              <a:gd name="connsiteY0" fmla="*/ 2012344 h 2442967"/>
              <a:gd name="connsiteX1" fmla="*/ 361968 w 4676599"/>
              <a:gd name="connsiteY1" fmla="*/ 1382526 h 2442967"/>
              <a:gd name="connsiteX2" fmla="*/ 863875 w 4676599"/>
              <a:gd name="connsiteY2" fmla="*/ 1403337 h 2442967"/>
              <a:gd name="connsiteX3" fmla="*/ 1098914 w 4676599"/>
              <a:gd name="connsiteY3" fmla="*/ 2425744 h 2442967"/>
              <a:gd name="connsiteX4" fmla="*/ 2186527 w 4676599"/>
              <a:gd name="connsiteY4" fmla="*/ 2442967 h 2442967"/>
              <a:gd name="connsiteX5" fmla="*/ 2387569 w 4676599"/>
              <a:gd name="connsiteY5" fmla="*/ 942529 h 2442967"/>
              <a:gd name="connsiteX6" fmla="*/ 2664919 w 4676599"/>
              <a:gd name="connsiteY6" fmla="*/ 409303 h 2442967"/>
              <a:gd name="connsiteX7" fmla="*/ 3218017 w 4676599"/>
              <a:gd name="connsiteY7" fmla="*/ 405692 h 2442967"/>
              <a:gd name="connsiteX8" fmla="*/ 3692531 w 4676599"/>
              <a:gd name="connsiteY8" fmla="*/ 2412275 h 2442967"/>
              <a:gd name="connsiteX9" fmla="*/ 4293422 w 4676599"/>
              <a:gd name="connsiteY9" fmla="*/ 1811384 h 2442967"/>
              <a:gd name="connsiteX10" fmla="*/ 4676599 w 4676599"/>
              <a:gd name="connsiteY10" fmla="*/ 0 h 2442967"/>
              <a:gd name="connsiteX0" fmla="*/ 0 w 4676599"/>
              <a:gd name="connsiteY0" fmla="*/ 2012344 h 2442967"/>
              <a:gd name="connsiteX1" fmla="*/ 361968 w 4676599"/>
              <a:gd name="connsiteY1" fmla="*/ 1382526 h 2442967"/>
              <a:gd name="connsiteX2" fmla="*/ 863875 w 4676599"/>
              <a:gd name="connsiteY2" fmla="*/ 1377501 h 2442967"/>
              <a:gd name="connsiteX3" fmla="*/ 1098914 w 4676599"/>
              <a:gd name="connsiteY3" fmla="*/ 2425744 h 2442967"/>
              <a:gd name="connsiteX4" fmla="*/ 2186527 w 4676599"/>
              <a:gd name="connsiteY4" fmla="*/ 2442967 h 2442967"/>
              <a:gd name="connsiteX5" fmla="*/ 2387569 w 4676599"/>
              <a:gd name="connsiteY5" fmla="*/ 942529 h 2442967"/>
              <a:gd name="connsiteX6" fmla="*/ 2664919 w 4676599"/>
              <a:gd name="connsiteY6" fmla="*/ 409303 h 2442967"/>
              <a:gd name="connsiteX7" fmla="*/ 3218017 w 4676599"/>
              <a:gd name="connsiteY7" fmla="*/ 405692 h 2442967"/>
              <a:gd name="connsiteX8" fmla="*/ 3692531 w 4676599"/>
              <a:gd name="connsiteY8" fmla="*/ 2412275 h 2442967"/>
              <a:gd name="connsiteX9" fmla="*/ 4293422 w 4676599"/>
              <a:gd name="connsiteY9" fmla="*/ 1811384 h 2442967"/>
              <a:gd name="connsiteX10" fmla="*/ 4676599 w 4676599"/>
              <a:gd name="connsiteY10" fmla="*/ 0 h 2442967"/>
              <a:gd name="connsiteX0" fmla="*/ 0 w 4676599"/>
              <a:gd name="connsiteY0" fmla="*/ 2012344 h 2425744"/>
              <a:gd name="connsiteX1" fmla="*/ 361968 w 4676599"/>
              <a:gd name="connsiteY1" fmla="*/ 1382526 h 2425744"/>
              <a:gd name="connsiteX2" fmla="*/ 863875 w 4676599"/>
              <a:gd name="connsiteY2" fmla="*/ 1377501 h 2425744"/>
              <a:gd name="connsiteX3" fmla="*/ 1098914 w 4676599"/>
              <a:gd name="connsiteY3" fmla="*/ 2425744 h 2425744"/>
              <a:gd name="connsiteX4" fmla="*/ 1678423 w 4676599"/>
              <a:gd name="connsiteY4" fmla="*/ 2417132 h 2425744"/>
              <a:gd name="connsiteX5" fmla="*/ 2387569 w 4676599"/>
              <a:gd name="connsiteY5" fmla="*/ 942529 h 2425744"/>
              <a:gd name="connsiteX6" fmla="*/ 2664919 w 4676599"/>
              <a:gd name="connsiteY6" fmla="*/ 409303 h 2425744"/>
              <a:gd name="connsiteX7" fmla="*/ 3218017 w 4676599"/>
              <a:gd name="connsiteY7" fmla="*/ 405692 h 2425744"/>
              <a:gd name="connsiteX8" fmla="*/ 3692531 w 4676599"/>
              <a:gd name="connsiteY8" fmla="*/ 2412275 h 2425744"/>
              <a:gd name="connsiteX9" fmla="*/ 4293422 w 4676599"/>
              <a:gd name="connsiteY9" fmla="*/ 1811384 h 2425744"/>
              <a:gd name="connsiteX10" fmla="*/ 4676599 w 4676599"/>
              <a:gd name="connsiteY10" fmla="*/ 0 h 2425744"/>
              <a:gd name="connsiteX0" fmla="*/ 0 w 4676599"/>
              <a:gd name="connsiteY0" fmla="*/ 2012344 h 2425744"/>
              <a:gd name="connsiteX1" fmla="*/ 361968 w 4676599"/>
              <a:gd name="connsiteY1" fmla="*/ 1382526 h 2425744"/>
              <a:gd name="connsiteX2" fmla="*/ 863875 w 4676599"/>
              <a:gd name="connsiteY2" fmla="*/ 1377501 h 2425744"/>
              <a:gd name="connsiteX3" fmla="*/ 1098914 w 4676599"/>
              <a:gd name="connsiteY3" fmla="*/ 2425744 h 2425744"/>
              <a:gd name="connsiteX4" fmla="*/ 1678423 w 4676599"/>
              <a:gd name="connsiteY4" fmla="*/ 2417132 h 2425744"/>
              <a:gd name="connsiteX5" fmla="*/ 1931135 w 4676599"/>
              <a:gd name="connsiteY5" fmla="*/ 951141 h 2425744"/>
              <a:gd name="connsiteX6" fmla="*/ 2664919 w 4676599"/>
              <a:gd name="connsiteY6" fmla="*/ 409303 h 2425744"/>
              <a:gd name="connsiteX7" fmla="*/ 3218017 w 4676599"/>
              <a:gd name="connsiteY7" fmla="*/ 405692 h 2425744"/>
              <a:gd name="connsiteX8" fmla="*/ 3692531 w 4676599"/>
              <a:gd name="connsiteY8" fmla="*/ 2412275 h 2425744"/>
              <a:gd name="connsiteX9" fmla="*/ 4293422 w 4676599"/>
              <a:gd name="connsiteY9" fmla="*/ 1811384 h 2425744"/>
              <a:gd name="connsiteX10" fmla="*/ 4676599 w 4676599"/>
              <a:gd name="connsiteY10" fmla="*/ 0 h 2425744"/>
              <a:gd name="connsiteX0" fmla="*/ 0 w 4676599"/>
              <a:gd name="connsiteY0" fmla="*/ 2012344 h 2425744"/>
              <a:gd name="connsiteX1" fmla="*/ 361968 w 4676599"/>
              <a:gd name="connsiteY1" fmla="*/ 1382526 h 2425744"/>
              <a:gd name="connsiteX2" fmla="*/ 863875 w 4676599"/>
              <a:gd name="connsiteY2" fmla="*/ 1377501 h 2425744"/>
              <a:gd name="connsiteX3" fmla="*/ 1098914 w 4676599"/>
              <a:gd name="connsiteY3" fmla="*/ 2425744 h 2425744"/>
              <a:gd name="connsiteX4" fmla="*/ 1678423 w 4676599"/>
              <a:gd name="connsiteY4" fmla="*/ 2417132 h 2425744"/>
              <a:gd name="connsiteX5" fmla="*/ 1931135 w 4676599"/>
              <a:gd name="connsiteY5" fmla="*/ 951141 h 2425744"/>
              <a:gd name="connsiteX6" fmla="*/ 2664919 w 4676599"/>
              <a:gd name="connsiteY6" fmla="*/ 943243 h 2425744"/>
              <a:gd name="connsiteX7" fmla="*/ 3218017 w 4676599"/>
              <a:gd name="connsiteY7" fmla="*/ 405692 h 2425744"/>
              <a:gd name="connsiteX8" fmla="*/ 3692531 w 4676599"/>
              <a:gd name="connsiteY8" fmla="*/ 2412275 h 2425744"/>
              <a:gd name="connsiteX9" fmla="*/ 4293422 w 4676599"/>
              <a:gd name="connsiteY9" fmla="*/ 1811384 h 2425744"/>
              <a:gd name="connsiteX10" fmla="*/ 4676599 w 4676599"/>
              <a:gd name="connsiteY10" fmla="*/ 0 h 2425744"/>
              <a:gd name="connsiteX0" fmla="*/ 0 w 4676599"/>
              <a:gd name="connsiteY0" fmla="*/ 2012344 h 2425744"/>
              <a:gd name="connsiteX1" fmla="*/ 361968 w 4676599"/>
              <a:gd name="connsiteY1" fmla="*/ 1382526 h 2425744"/>
              <a:gd name="connsiteX2" fmla="*/ 863875 w 4676599"/>
              <a:gd name="connsiteY2" fmla="*/ 1377501 h 2425744"/>
              <a:gd name="connsiteX3" fmla="*/ 1098914 w 4676599"/>
              <a:gd name="connsiteY3" fmla="*/ 2425744 h 2425744"/>
              <a:gd name="connsiteX4" fmla="*/ 1678423 w 4676599"/>
              <a:gd name="connsiteY4" fmla="*/ 2417132 h 2425744"/>
              <a:gd name="connsiteX5" fmla="*/ 1931135 w 4676599"/>
              <a:gd name="connsiteY5" fmla="*/ 951141 h 2425744"/>
              <a:gd name="connsiteX6" fmla="*/ 2664919 w 4676599"/>
              <a:gd name="connsiteY6" fmla="*/ 943243 h 2425744"/>
              <a:gd name="connsiteX7" fmla="*/ 2864927 w 4676599"/>
              <a:gd name="connsiteY7" fmla="*/ 354021 h 2425744"/>
              <a:gd name="connsiteX8" fmla="*/ 3692531 w 4676599"/>
              <a:gd name="connsiteY8" fmla="*/ 2412275 h 2425744"/>
              <a:gd name="connsiteX9" fmla="*/ 4293422 w 4676599"/>
              <a:gd name="connsiteY9" fmla="*/ 1811384 h 2425744"/>
              <a:gd name="connsiteX10" fmla="*/ 4676599 w 4676599"/>
              <a:gd name="connsiteY10" fmla="*/ 0 h 2425744"/>
              <a:gd name="connsiteX0" fmla="*/ 0 w 4676599"/>
              <a:gd name="connsiteY0" fmla="*/ 2012344 h 2425744"/>
              <a:gd name="connsiteX1" fmla="*/ 361968 w 4676599"/>
              <a:gd name="connsiteY1" fmla="*/ 1382526 h 2425744"/>
              <a:gd name="connsiteX2" fmla="*/ 863875 w 4676599"/>
              <a:gd name="connsiteY2" fmla="*/ 1377501 h 2425744"/>
              <a:gd name="connsiteX3" fmla="*/ 1098914 w 4676599"/>
              <a:gd name="connsiteY3" fmla="*/ 2425744 h 2425744"/>
              <a:gd name="connsiteX4" fmla="*/ 1678423 w 4676599"/>
              <a:gd name="connsiteY4" fmla="*/ 2417132 h 2425744"/>
              <a:gd name="connsiteX5" fmla="*/ 1931135 w 4676599"/>
              <a:gd name="connsiteY5" fmla="*/ 951141 h 2425744"/>
              <a:gd name="connsiteX6" fmla="*/ 2664919 w 4676599"/>
              <a:gd name="connsiteY6" fmla="*/ 943243 h 2425744"/>
              <a:gd name="connsiteX7" fmla="*/ 2864927 w 4676599"/>
              <a:gd name="connsiteY7" fmla="*/ 354021 h 2425744"/>
              <a:gd name="connsiteX8" fmla="*/ 3309046 w 4676599"/>
              <a:gd name="connsiteY8" fmla="*/ 1459246 h 2425744"/>
              <a:gd name="connsiteX9" fmla="*/ 3692531 w 4676599"/>
              <a:gd name="connsiteY9" fmla="*/ 2412275 h 2425744"/>
              <a:gd name="connsiteX10" fmla="*/ 4293422 w 4676599"/>
              <a:gd name="connsiteY10" fmla="*/ 1811384 h 2425744"/>
              <a:gd name="connsiteX11" fmla="*/ 4676599 w 4676599"/>
              <a:gd name="connsiteY11" fmla="*/ 0 h 2425744"/>
              <a:gd name="connsiteX0" fmla="*/ 0 w 4676599"/>
              <a:gd name="connsiteY0" fmla="*/ 2012344 h 2425744"/>
              <a:gd name="connsiteX1" fmla="*/ 361968 w 4676599"/>
              <a:gd name="connsiteY1" fmla="*/ 1382526 h 2425744"/>
              <a:gd name="connsiteX2" fmla="*/ 863875 w 4676599"/>
              <a:gd name="connsiteY2" fmla="*/ 1377501 h 2425744"/>
              <a:gd name="connsiteX3" fmla="*/ 1098914 w 4676599"/>
              <a:gd name="connsiteY3" fmla="*/ 2425744 h 2425744"/>
              <a:gd name="connsiteX4" fmla="*/ 1678423 w 4676599"/>
              <a:gd name="connsiteY4" fmla="*/ 2417132 h 2425744"/>
              <a:gd name="connsiteX5" fmla="*/ 1931135 w 4676599"/>
              <a:gd name="connsiteY5" fmla="*/ 951141 h 2425744"/>
              <a:gd name="connsiteX6" fmla="*/ 2664919 w 4676599"/>
              <a:gd name="connsiteY6" fmla="*/ 943243 h 2425744"/>
              <a:gd name="connsiteX7" fmla="*/ 2864927 w 4676599"/>
              <a:gd name="connsiteY7" fmla="*/ 354021 h 2425744"/>
              <a:gd name="connsiteX8" fmla="*/ 3412390 w 4676599"/>
              <a:gd name="connsiteY8" fmla="*/ 348306 h 2425744"/>
              <a:gd name="connsiteX9" fmla="*/ 3692531 w 4676599"/>
              <a:gd name="connsiteY9" fmla="*/ 2412275 h 2425744"/>
              <a:gd name="connsiteX10" fmla="*/ 4293422 w 4676599"/>
              <a:gd name="connsiteY10" fmla="*/ 1811384 h 2425744"/>
              <a:gd name="connsiteX11" fmla="*/ 4676599 w 4676599"/>
              <a:gd name="connsiteY11" fmla="*/ 0 h 2425744"/>
              <a:gd name="connsiteX0" fmla="*/ 0 w 4676599"/>
              <a:gd name="connsiteY0" fmla="*/ 2012344 h 2425744"/>
              <a:gd name="connsiteX1" fmla="*/ 275848 w 4676599"/>
              <a:gd name="connsiteY1" fmla="*/ 1546153 h 2425744"/>
              <a:gd name="connsiteX2" fmla="*/ 863875 w 4676599"/>
              <a:gd name="connsiteY2" fmla="*/ 1377501 h 2425744"/>
              <a:gd name="connsiteX3" fmla="*/ 1098914 w 4676599"/>
              <a:gd name="connsiteY3" fmla="*/ 2425744 h 2425744"/>
              <a:gd name="connsiteX4" fmla="*/ 1678423 w 4676599"/>
              <a:gd name="connsiteY4" fmla="*/ 2417132 h 2425744"/>
              <a:gd name="connsiteX5" fmla="*/ 1931135 w 4676599"/>
              <a:gd name="connsiteY5" fmla="*/ 951141 h 2425744"/>
              <a:gd name="connsiteX6" fmla="*/ 2664919 w 4676599"/>
              <a:gd name="connsiteY6" fmla="*/ 943243 h 2425744"/>
              <a:gd name="connsiteX7" fmla="*/ 2864927 w 4676599"/>
              <a:gd name="connsiteY7" fmla="*/ 354021 h 2425744"/>
              <a:gd name="connsiteX8" fmla="*/ 3412390 w 4676599"/>
              <a:gd name="connsiteY8" fmla="*/ 348306 h 2425744"/>
              <a:gd name="connsiteX9" fmla="*/ 3692531 w 4676599"/>
              <a:gd name="connsiteY9" fmla="*/ 2412275 h 2425744"/>
              <a:gd name="connsiteX10" fmla="*/ 4293422 w 4676599"/>
              <a:gd name="connsiteY10" fmla="*/ 1811384 h 2425744"/>
              <a:gd name="connsiteX11" fmla="*/ 4676599 w 4676599"/>
              <a:gd name="connsiteY11" fmla="*/ 0 h 2425744"/>
              <a:gd name="connsiteX0" fmla="*/ 0 w 4676599"/>
              <a:gd name="connsiteY0" fmla="*/ 2012344 h 2425744"/>
              <a:gd name="connsiteX1" fmla="*/ 275848 w 4676599"/>
              <a:gd name="connsiteY1" fmla="*/ 1546153 h 2425744"/>
              <a:gd name="connsiteX2" fmla="*/ 760532 w 4676599"/>
              <a:gd name="connsiteY2" fmla="*/ 1541128 h 2425744"/>
              <a:gd name="connsiteX3" fmla="*/ 1098914 w 4676599"/>
              <a:gd name="connsiteY3" fmla="*/ 2425744 h 2425744"/>
              <a:gd name="connsiteX4" fmla="*/ 1678423 w 4676599"/>
              <a:gd name="connsiteY4" fmla="*/ 2417132 h 2425744"/>
              <a:gd name="connsiteX5" fmla="*/ 1931135 w 4676599"/>
              <a:gd name="connsiteY5" fmla="*/ 951141 h 2425744"/>
              <a:gd name="connsiteX6" fmla="*/ 2664919 w 4676599"/>
              <a:gd name="connsiteY6" fmla="*/ 943243 h 2425744"/>
              <a:gd name="connsiteX7" fmla="*/ 2864927 w 4676599"/>
              <a:gd name="connsiteY7" fmla="*/ 354021 h 2425744"/>
              <a:gd name="connsiteX8" fmla="*/ 3412390 w 4676599"/>
              <a:gd name="connsiteY8" fmla="*/ 348306 h 2425744"/>
              <a:gd name="connsiteX9" fmla="*/ 3692531 w 4676599"/>
              <a:gd name="connsiteY9" fmla="*/ 2412275 h 2425744"/>
              <a:gd name="connsiteX10" fmla="*/ 4293422 w 4676599"/>
              <a:gd name="connsiteY10" fmla="*/ 1811384 h 2425744"/>
              <a:gd name="connsiteX11" fmla="*/ 4676599 w 4676599"/>
              <a:gd name="connsiteY11" fmla="*/ 0 h 2425744"/>
              <a:gd name="connsiteX0" fmla="*/ 0 w 4676599"/>
              <a:gd name="connsiteY0" fmla="*/ 2012344 h 2417132"/>
              <a:gd name="connsiteX1" fmla="*/ 275848 w 4676599"/>
              <a:gd name="connsiteY1" fmla="*/ 1546153 h 2417132"/>
              <a:gd name="connsiteX2" fmla="*/ 760532 w 4676599"/>
              <a:gd name="connsiteY2" fmla="*/ 1541128 h 2417132"/>
              <a:gd name="connsiteX3" fmla="*/ 969734 w 4676599"/>
              <a:gd name="connsiteY3" fmla="*/ 2408520 h 2417132"/>
              <a:gd name="connsiteX4" fmla="*/ 1678423 w 4676599"/>
              <a:gd name="connsiteY4" fmla="*/ 2417132 h 2417132"/>
              <a:gd name="connsiteX5" fmla="*/ 1931135 w 4676599"/>
              <a:gd name="connsiteY5" fmla="*/ 951141 h 2417132"/>
              <a:gd name="connsiteX6" fmla="*/ 2664919 w 4676599"/>
              <a:gd name="connsiteY6" fmla="*/ 943243 h 2417132"/>
              <a:gd name="connsiteX7" fmla="*/ 2864927 w 4676599"/>
              <a:gd name="connsiteY7" fmla="*/ 354021 h 2417132"/>
              <a:gd name="connsiteX8" fmla="*/ 3412390 w 4676599"/>
              <a:gd name="connsiteY8" fmla="*/ 348306 h 2417132"/>
              <a:gd name="connsiteX9" fmla="*/ 3692531 w 4676599"/>
              <a:gd name="connsiteY9" fmla="*/ 2412275 h 2417132"/>
              <a:gd name="connsiteX10" fmla="*/ 4293422 w 4676599"/>
              <a:gd name="connsiteY10" fmla="*/ 1811384 h 2417132"/>
              <a:gd name="connsiteX11" fmla="*/ 4676599 w 4676599"/>
              <a:gd name="connsiteY11" fmla="*/ 0 h 2417132"/>
              <a:gd name="connsiteX0" fmla="*/ 0 w 4676599"/>
              <a:gd name="connsiteY0" fmla="*/ 2012344 h 2412275"/>
              <a:gd name="connsiteX1" fmla="*/ 275848 w 4676599"/>
              <a:gd name="connsiteY1" fmla="*/ 1546153 h 2412275"/>
              <a:gd name="connsiteX2" fmla="*/ 760532 w 4676599"/>
              <a:gd name="connsiteY2" fmla="*/ 1541128 h 2412275"/>
              <a:gd name="connsiteX3" fmla="*/ 969734 w 4676599"/>
              <a:gd name="connsiteY3" fmla="*/ 2408520 h 2412275"/>
              <a:gd name="connsiteX4" fmla="*/ 1540631 w 4676599"/>
              <a:gd name="connsiteY4" fmla="*/ 2399908 h 2412275"/>
              <a:gd name="connsiteX5" fmla="*/ 1931135 w 4676599"/>
              <a:gd name="connsiteY5" fmla="*/ 951141 h 2412275"/>
              <a:gd name="connsiteX6" fmla="*/ 2664919 w 4676599"/>
              <a:gd name="connsiteY6" fmla="*/ 943243 h 2412275"/>
              <a:gd name="connsiteX7" fmla="*/ 2864927 w 4676599"/>
              <a:gd name="connsiteY7" fmla="*/ 354021 h 2412275"/>
              <a:gd name="connsiteX8" fmla="*/ 3412390 w 4676599"/>
              <a:gd name="connsiteY8" fmla="*/ 348306 h 2412275"/>
              <a:gd name="connsiteX9" fmla="*/ 3692531 w 4676599"/>
              <a:gd name="connsiteY9" fmla="*/ 2412275 h 2412275"/>
              <a:gd name="connsiteX10" fmla="*/ 4293422 w 4676599"/>
              <a:gd name="connsiteY10" fmla="*/ 1811384 h 2412275"/>
              <a:gd name="connsiteX11" fmla="*/ 4676599 w 4676599"/>
              <a:gd name="connsiteY11" fmla="*/ 0 h 2412275"/>
              <a:gd name="connsiteX0" fmla="*/ 0 w 4676599"/>
              <a:gd name="connsiteY0" fmla="*/ 2012344 h 2412275"/>
              <a:gd name="connsiteX1" fmla="*/ 275848 w 4676599"/>
              <a:gd name="connsiteY1" fmla="*/ 1546153 h 2412275"/>
              <a:gd name="connsiteX2" fmla="*/ 760532 w 4676599"/>
              <a:gd name="connsiteY2" fmla="*/ 1541128 h 2412275"/>
              <a:gd name="connsiteX3" fmla="*/ 969734 w 4676599"/>
              <a:gd name="connsiteY3" fmla="*/ 2408520 h 2412275"/>
              <a:gd name="connsiteX4" fmla="*/ 1540631 w 4676599"/>
              <a:gd name="connsiteY4" fmla="*/ 2399908 h 2412275"/>
              <a:gd name="connsiteX5" fmla="*/ 1655553 w 4676599"/>
              <a:gd name="connsiteY5" fmla="*/ 1347290 h 2412275"/>
              <a:gd name="connsiteX6" fmla="*/ 2664919 w 4676599"/>
              <a:gd name="connsiteY6" fmla="*/ 943243 h 2412275"/>
              <a:gd name="connsiteX7" fmla="*/ 2864927 w 4676599"/>
              <a:gd name="connsiteY7" fmla="*/ 354021 h 2412275"/>
              <a:gd name="connsiteX8" fmla="*/ 3412390 w 4676599"/>
              <a:gd name="connsiteY8" fmla="*/ 348306 h 2412275"/>
              <a:gd name="connsiteX9" fmla="*/ 3692531 w 4676599"/>
              <a:gd name="connsiteY9" fmla="*/ 2412275 h 2412275"/>
              <a:gd name="connsiteX10" fmla="*/ 4293422 w 4676599"/>
              <a:gd name="connsiteY10" fmla="*/ 1811384 h 2412275"/>
              <a:gd name="connsiteX11" fmla="*/ 4676599 w 4676599"/>
              <a:gd name="connsiteY11" fmla="*/ 0 h 2412275"/>
              <a:gd name="connsiteX0" fmla="*/ 0 w 4676599"/>
              <a:gd name="connsiteY0" fmla="*/ 2012344 h 2412275"/>
              <a:gd name="connsiteX1" fmla="*/ 275848 w 4676599"/>
              <a:gd name="connsiteY1" fmla="*/ 1546153 h 2412275"/>
              <a:gd name="connsiteX2" fmla="*/ 760532 w 4676599"/>
              <a:gd name="connsiteY2" fmla="*/ 1541128 h 2412275"/>
              <a:gd name="connsiteX3" fmla="*/ 969734 w 4676599"/>
              <a:gd name="connsiteY3" fmla="*/ 2408520 h 2412275"/>
              <a:gd name="connsiteX4" fmla="*/ 1540631 w 4676599"/>
              <a:gd name="connsiteY4" fmla="*/ 2399908 h 2412275"/>
              <a:gd name="connsiteX5" fmla="*/ 1655553 w 4676599"/>
              <a:gd name="connsiteY5" fmla="*/ 1347290 h 2412275"/>
              <a:gd name="connsiteX6" fmla="*/ 2242933 w 4676599"/>
              <a:gd name="connsiteY6" fmla="*/ 1330780 h 2412275"/>
              <a:gd name="connsiteX7" fmla="*/ 2864927 w 4676599"/>
              <a:gd name="connsiteY7" fmla="*/ 354021 h 2412275"/>
              <a:gd name="connsiteX8" fmla="*/ 3412390 w 4676599"/>
              <a:gd name="connsiteY8" fmla="*/ 348306 h 2412275"/>
              <a:gd name="connsiteX9" fmla="*/ 3692531 w 4676599"/>
              <a:gd name="connsiteY9" fmla="*/ 2412275 h 2412275"/>
              <a:gd name="connsiteX10" fmla="*/ 4293422 w 4676599"/>
              <a:gd name="connsiteY10" fmla="*/ 1811384 h 2412275"/>
              <a:gd name="connsiteX11" fmla="*/ 4676599 w 4676599"/>
              <a:gd name="connsiteY11" fmla="*/ 0 h 2412275"/>
              <a:gd name="connsiteX0" fmla="*/ 0 w 4676599"/>
              <a:gd name="connsiteY0" fmla="*/ 2012344 h 2412275"/>
              <a:gd name="connsiteX1" fmla="*/ 275848 w 4676599"/>
              <a:gd name="connsiteY1" fmla="*/ 1546153 h 2412275"/>
              <a:gd name="connsiteX2" fmla="*/ 760532 w 4676599"/>
              <a:gd name="connsiteY2" fmla="*/ 1541128 h 2412275"/>
              <a:gd name="connsiteX3" fmla="*/ 969734 w 4676599"/>
              <a:gd name="connsiteY3" fmla="*/ 2408520 h 2412275"/>
              <a:gd name="connsiteX4" fmla="*/ 1540631 w 4676599"/>
              <a:gd name="connsiteY4" fmla="*/ 2399908 h 2412275"/>
              <a:gd name="connsiteX5" fmla="*/ 1655553 w 4676599"/>
              <a:gd name="connsiteY5" fmla="*/ 1347290 h 2412275"/>
              <a:gd name="connsiteX6" fmla="*/ 2242933 w 4676599"/>
              <a:gd name="connsiteY6" fmla="*/ 1330780 h 2412275"/>
              <a:gd name="connsiteX7" fmla="*/ 2391270 w 4676599"/>
              <a:gd name="connsiteY7" fmla="*/ 965469 h 2412275"/>
              <a:gd name="connsiteX8" fmla="*/ 3412390 w 4676599"/>
              <a:gd name="connsiteY8" fmla="*/ 348306 h 2412275"/>
              <a:gd name="connsiteX9" fmla="*/ 3692531 w 4676599"/>
              <a:gd name="connsiteY9" fmla="*/ 2412275 h 2412275"/>
              <a:gd name="connsiteX10" fmla="*/ 4293422 w 4676599"/>
              <a:gd name="connsiteY10" fmla="*/ 1811384 h 2412275"/>
              <a:gd name="connsiteX11" fmla="*/ 4676599 w 4676599"/>
              <a:gd name="connsiteY11" fmla="*/ 0 h 2412275"/>
              <a:gd name="connsiteX0" fmla="*/ 0 w 4676599"/>
              <a:gd name="connsiteY0" fmla="*/ 2012344 h 2412275"/>
              <a:gd name="connsiteX1" fmla="*/ 275848 w 4676599"/>
              <a:gd name="connsiteY1" fmla="*/ 1546153 h 2412275"/>
              <a:gd name="connsiteX2" fmla="*/ 760532 w 4676599"/>
              <a:gd name="connsiteY2" fmla="*/ 1541128 h 2412275"/>
              <a:gd name="connsiteX3" fmla="*/ 969734 w 4676599"/>
              <a:gd name="connsiteY3" fmla="*/ 2408520 h 2412275"/>
              <a:gd name="connsiteX4" fmla="*/ 1540631 w 4676599"/>
              <a:gd name="connsiteY4" fmla="*/ 2399908 h 2412275"/>
              <a:gd name="connsiteX5" fmla="*/ 1655553 w 4676599"/>
              <a:gd name="connsiteY5" fmla="*/ 1347290 h 2412275"/>
              <a:gd name="connsiteX6" fmla="*/ 2242933 w 4676599"/>
              <a:gd name="connsiteY6" fmla="*/ 1330780 h 2412275"/>
              <a:gd name="connsiteX7" fmla="*/ 2391270 w 4676599"/>
              <a:gd name="connsiteY7" fmla="*/ 965469 h 2412275"/>
              <a:gd name="connsiteX8" fmla="*/ 3102360 w 4676599"/>
              <a:gd name="connsiteY8" fmla="*/ 959755 h 2412275"/>
              <a:gd name="connsiteX9" fmla="*/ 3692531 w 4676599"/>
              <a:gd name="connsiteY9" fmla="*/ 2412275 h 2412275"/>
              <a:gd name="connsiteX10" fmla="*/ 4293422 w 4676599"/>
              <a:gd name="connsiteY10" fmla="*/ 1811384 h 2412275"/>
              <a:gd name="connsiteX11" fmla="*/ 4676599 w 4676599"/>
              <a:gd name="connsiteY11" fmla="*/ 0 h 2412275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382502 w 4676599"/>
              <a:gd name="connsiteY9" fmla="*/ 552095 h 2408520"/>
              <a:gd name="connsiteX10" fmla="*/ 4293422 w 4676599"/>
              <a:gd name="connsiteY10" fmla="*/ 1811384 h 2408520"/>
              <a:gd name="connsiteX11" fmla="*/ 4676599 w 4676599"/>
              <a:gd name="connsiteY11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382502 w 4676599"/>
              <a:gd name="connsiteY9" fmla="*/ 552095 h 2408520"/>
              <a:gd name="connsiteX10" fmla="*/ 4267586 w 4676599"/>
              <a:gd name="connsiteY10" fmla="*/ 769339 h 2408520"/>
              <a:gd name="connsiteX11" fmla="*/ 4676599 w 4676599"/>
              <a:gd name="connsiteY11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382502 w 4676599"/>
              <a:gd name="connsiteY9" fmla="*/ 552095 h 2408520"/>
              <a:gd name="connsiteX10" fmla="*/ 4267586 w 4676599"/>
              <a:gd name="connsiteY10" fmla="*/ 769339 h 2408520"/>
              <a:gd name="connsiteX11" fmla="*/ 4676599 w 4676599"/>
              <a:gd name="connsiteY11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382502 w 4676599"/>
              <a:gd name="connsiteY9" fmla="*/ 552095 h 2408520"/>
              <a:gd name="connsiteX10" fmla="*/ 4267586 w 4676599"/>
              <a:gd name="connsiteY10" fmla="*/ 769339 h 2408520"/>
              <a:gd name="connsiteX11" fmla="*/ 4676599 w 4676599"/>
              <a:gd name="connsiteY11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382502 w 4676599"/>
              <a:gd name="connsiteY9" fmla="*/ 552095 h 2408520"/>
              <a:gd name="connsiteX10" fmla="*/ 4267586 w 4676599"/>
              <a:gd name="connsiteY10" fmla="*/ 769339 h 2408520"/>
              <a:gd name="connsiteX11" fmla="*/ 4676599 w 4676599"/>
              <a:gd name="connsiteY11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382502 w 4676599"/>
              <a:gd name="connsiteY9" fmla="*/ 552095 h 2408520"/>
              <a:gd name="connsiteX10" fmla="*/ 4676599 w 4676599"/>
              <a:gd name="connsiteY10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382502 w 4676599"/>
              <a:gd name="connsiteY9" fmla="*/ 552095 h 2408520"/>
              <a:gd name="connsiteX10" fmla="*/ 4066898 w 4676599"/>
              <a:gd name="connsiteY10" fmla="*/ 219127 h 2408520"/>
              <a:gd name="connsiteX11" fmla="*/ 4676599 w 4676599"/>
              <a:gd name="connsiteY11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382502 w 4676599"/>
              <a:gd name="connsiteY9" fmla="*/ 552095 h 2408520"/>
              <a:gd name="connsiteX10" fmla="*/ 4066898 w 4676599"/>
              <a:gd name="connsiteY10" fmla="*/ 219127 h 2408520"/>
              <a:gd name="connsiteX11" fmla="*/ 4676599 w 4676599"/>
              <a:gd name="connsiteY11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382502 w 4676599"/>
              <a:gd name="connsiteY9" fmla="*/ 552095 h 2408520"/>
              <a:gd name="connsiteX10" fmla="*/ 4066898 w 4676599"/>
              <a:gd name="connsiteY10" fmla="*/ 219127 h 2408520"/>
              <a:gd name="connsiteX11" fmla="*/ 4676599 w 4676599"/>
              <a:gd name="connsiteY11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287771 w 4676599"/>
              <a:gd name="connsiteY9" fmla="*/ 655438 h 2408520"/>
              <a:gd name="connsiteX10" fmla="*/ 4066898 w 4676599"/>
              <a:gd name="connsiteY10" fmla="*/ 219127 h 2408520"/>
              <a:gd name="connsiteX11" fmla="*/ 4676599 w 4676599"/>
              <a:gd name="connsiteY11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287771 w 4676599"/>
              <a:gd name="connsiteY9" fmla="*/ 655438 h 2408520"/>
              <a:gd name="connsiteX10" fmla="*/ 3808539 w 4676599"/>
              <a:gd name="connsiteY10" fmla="*/ 666948 h 2408520"/>
              <a:gd name="connsiteX11" fmla="*/ 4676599 w 4676599"/>
              <a:gd name="connsiteY11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287771 w 4676599"/>
              <a:gd name="connsiteY9" fmla="*/ 655438 h 2408520"/>
              <a:gd name="connsiteX10" fmla="*/ 3808539 w 4676599"/>
              <a:gd name="connsiteY10" fmla="*/ 666948 h 2408520"/>
              <a:gd name="connsiteX11" fmla="*/ 3954943 w 4676599"/>
              <a:gd name="connsiteY11" fmla="*/ 537768 h 2408520"/>
              <a:gd name="connsiteX12" fmla="*/ 4676599 w 4676599"/>
              <a:gd name="connsiteY12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287771 w 4676599"/>
              <a:gd name="connsiteY9" fmla="*/ 655438 h 2408520"/>
              <a:gd name="connsiteX10" fmla="*/ 3808539 w 4676599"/>
              <a:gd name="connsiteY10" fmla="*/ 666948 h 2408520"/>
              <a:gd name="connsiteX11" fmla="*/ 4075511 w 4676599"/>
              <a:gd name="connsiteY11" fmla="*/ 382754 h 2408520"/>
              <a:gd name="connsiteX12" fmla="*/ 4676599 w 4676599"/>
              <a:gd name="connsiteY12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287771 w 4676599"/>
              <a:gd name="connsiteY9" fmla="*/ 655438 h 2408520"/>
              <a:gd name="connsiteX10" fmla="*/ 3808539 w 4676599"/>
              <a:gd name="connsiteY10" fmla="*/ 666948 h 2408520"/>
              <a:gd name="connsiteX11" fmla="*/ 4075511 w 4676599"/>
              <a:gd name="connsiteY11" fmla="*/ 382754 h 2408520"/>
              <a:gd name="connsiteX12" fmla="*/ 4428600 w 4676599"/>
              <a:gd name="connsiteY12" fmla="*/ 141619 h 2408520"/>
              <a:gd name="connsiteX13" fmla="*/ 4676599 w 4676599"/>
              <a:gd name="connsiteY13" fmla="*/ 0 h 2408520"/>
              <a:gd name="connsiteX0" fmla="*/ 0 w 4676599"/>
              <a:gd name="connsiteY0" fmla="*/ 2012344 h 2408520"/>
              <a:gd name="connsiteX1" fmla="*/ 275848 w 4676599"/>
              <a:gd name="connsiteY1" fmla="*/ 1546153 h 2408520"/>
              <a:gd name="connsiteX2" fmla="*/ 760532 w 4676599"/>
              <a:gd name="connsiteY2" fmla="*/ 1541128 h 2408520"/>
              <a:gd name="connsiteX3" fmla="*/ 969734 w 4676599"/>
              <a:gd name="connsiteY3" fmla="*/ 2408520 h 2408520"/>
              <a:gd name="connsiteX4" fmla="*/ 1540631 w 4676599"/>
              <a:gd name="connsiteY4" fmla="*/ 2399908 h 2408520"/>
              <a:gd name="connsiteX5" fmla="*/ 1655553 w 4676599"/>
              <a:gd name="connsiteY5" fmla="*/ 1347290 h 2408520"/>
              <a:gd name="connsiteX6" fmla="*/ 2242933 w 4676599"/>
              <a:gd name="connsiteY6" fmla="*/ 1330780 h 2408520"/>
              <a:gd name="connsiteX7" fmla="*/ 2391270 w 4676599"/>
              <a:gd name="connsiteY7" fmla="*/ 965469 h 2408520"/>
              <a:gd name="connsiteX8" fmla="*/ 3102360 w 4676599"/>
              <a:gd name="connsiteY8" fmla="*/ 959755 h 2408520"/>
              <a:gd name="connsiteX9" fmla="*/ 3287771 w 4676599"/>
              <a:gd name="connsiteY9" fmla="*/ 655438 h 2408520"/>
              <a:gd name="connsiteX10" fmla="*/ 3808539 w 4676599"/>
              <a:gd name="connsiteY10" fmla="*/ 666948 h 2408520"/>
              <a:gd name="connsiteX11" fmla="*/ 4075511 w 4676599"/>
              <a:gd name="connsiteY11" fmla="*/ 382754 h 2408520"/>
              <a:gd name="connsiteX12" fmla="*/ 4419988 w 4676599"/>
              <a:gd name="connsiteY12" fmla="*/ 382753 h 2408520"/>
              <a:gd name="connsiteX13" fmla="*/ 4676599 w 4676599"/>
              <a:gd name="connsiteY13" fmla="*/ 0 h 2408520"/>
              <a:gd name="connsiteX0" fmla="*/ 0 w 4696116"/>
              <a:gd name="connsiteY0" fmla="*/ 2035310 h 2431486"/>
              <a:gd name="connsiteX1" fmla="*/ 275848 w 4696116"/>
              <a:gd name="connsiteY1" fmla="*/ 1569119 h 2431486"/>
              <a:gd name="connsiteX2" fmla="*/ 760532 w 4696116"/>
              <a:gd name="connsiteY2" fmla="*/ 1564094 h 2431486"/>
              <a:gd name="connsiteX3" fmla="*/ 969734 w 4696116"/>
              <a:gd name="connsiteY3" fmla="*/ 2431486 h 2431486"/>
              <a:gd name="connsiteX4" fmla="*/ 1540631 w 4696116"/>
              <a:gd name="connsiteY4" fmla="*/ 2422874 h 2431486"/>
              <a:gd name="connsiteX5" fmla="*/ 1655553 w 4696116"/>
              <a:gd name="connsiteY5" fmla="*/ 1370256 h 2431486"/>
              <a:gd name="connsiteX6" fmla="*/ 2242933 w 4696116"/>
              <a:gd name="connsiteY6" fmla="*/ 1353746 h 2431486"/>
              <a:gd name="connsiteX7" fmla="*/ 2391270 w 4696116"/>
              <a:gd name="connsiteY7" fmla="*/ 988435 h 2431486"/>
              <a:gd name="connsiteX8" fmla="*/ 3102360 w 4696116"/>
              <a:gd name="connsiteY8" fmla="*/ 982721 h 2431486"/>
              <a:gd name="connsiteX9" fmla="*/ 3287771 w 4696116"/>
              <a:gd name="connsiteY9" fmla="*/ 678404 h 2431486"/>
              <a:gd name="connsiteX10" fmla="*/ 3808539 w 4696116"/>
              <a:gd name="connsiteY10" fmla="*/ 689914 h 2431486"/>
              <a:gd name="connsiteX11" fmla="*/ 4075511 w 4696116"/>
              <a:gd name="connsiteY11" fmla="*/ 405720 h 2431486"/>
              <a:gd name="connsiteX12" fmla="*/ 4419988 w 4696116"/>
              <a:gd name="connsiteY12" fmla="*/ 405719 h 2431486"/>
              <a:gd name="connsiteX13" fmla="*/ 4676599 w 4696116"/>
              <a:gd name="connsiteY13" fmla="*/ 22966 h 2431486"/>
              <a:gd name="connsiteX14" fmla="*/ 4678346 w 4696116"/>
              <a:gd name="connsiteY14" fmla="*/ 44018 h 2431486"/>
              <a:gd name="connsiteX0" fmla="*/ 0 w 5091720"/>
              <a:gd name="connsiteY0" fmla="*/ 2047792 h 2443968"/>
              <a:gd name="connsiteX1" fmla="*/ 275848 w 5091720"/>
              <a:gd name="connsiteY1" fmla="*/ 1581601 h 2443968"/>
              <a:gd name="connsiteX2" fmla="*/ 760532 w 5091720"/>
              <a:gd name="connsiteY2" fmla="*/ 1576576 h 2443968"/>
              <a:gd name="connsiteX3" fmla="*/ 969734 w 5091720"/>
              <a:gd name="connsiteY3" fmla="*/ 2443968 h 2443968"/>
              <a:gd name="connsiteX4" fmla="*/ 1540631 w 5091720"/>
              <a:gd name="connsiteY4" fmla="*/ 2435356 h 2443968"/>
              <a:gd name="connsiteX5" fmla="*/ 1655553 w 5091720"/>
              <a:gd name="connsiteY5" fmla="*/ 1382738 h 2443968"/>
              <a:gd name="connsiteX6" fmla="*/ 2242933 w 5091720"/>
              <a:gd name="connsiteY6" fmla="*/ 1366228 h 2443968"/>
              <a:gd name="connsiteX7" fmla="*/ 2391270 w 5091720"/>
              <a:gd name="connsiteY7" fmla="*/ 1000917 h 2443968"/>
              <a:gd name="connsiteX8" fmla="*/ 3102360 w 5091720"/>
              <a:gd name="connsiteY8" fmla="*/ 995203 h 2443968"/>
              <a:gd name="connsiteX9" fmla="*/ 3287771 w 5091720"/>
              <a:gd name="connsiteY9" fmla="*/ 690886 h 2443968"/>
              <a:gd name="connsiteX10" fmla="*/ 3808539 w 5091720"/>
              <a:gd name="connsiteY10" fmla="*/ 702396 h 2443968"/>
              <a:gd name="connsiteX11" fmla="*/ 4075511 w 5091720"/>
              <a:gd name="connsiteY11" fmla="*/ 418202 h 2443968"/>
              <a:gd name="connsiteX12" fmla="*/ 4419988 w 5091720"/>
              <a:gd name="connsiteY12" fmla="*/ 418201 h 2443968"/>
              <a:gd name="connsiteX13" fmla="*/ 4676599 w 5091720"/>
              <a:gd name="connsiteY13" fmla="*/ 35448 h 2443968"/>
              <a:gd name="connsiteX14" fmla="*/ 5091720 w 5091720"/>
              <a:gd name="connsiteY14" fmla="*/ 13440 h 2443968"/>
              <a:gd name="connsiteX0" fmla="*/ 0 w 5091720"/>
              <a:gd name="connsiteY0" fmla="*/ 2047792 h 2443968"/>
              <a:gd name="connsiteX1" fmla="*/ 275848 w 5091720"/>
              <a:gd name="connsiteY1" fmla="*/ 1581601 h 2443968"/>
              <a:gd name="connsiteX2" fmla="*/ 760532 w 5091720"/>
              <a:gd name="connsiteY2" fmla="*/ 1576576 h 2443968"/>
              <a:gd name="connsiteX3" fmla="*/ 969734 w 5091720"/>
              <a:gd name="connsiteY3" fmla="*/ 2443968 h 2443968"/>
              <a:gd name="connsiteX4" fmla="*/ 1540631 w 5091720"/>
              <a:gd name="connsiteY4" fmla="*/ 2435356 h 2443968"/>
              <a:gd name="connsiteX5" fmla="*/ 1655553 w 5091720"/>
              <a:gd name="connsiteY5" fmla="*/ 1382738 h 2443968"/>
              <a:gd name="connsiteX6" fmla="*/ 2242933 w 5091720"/>
              <a:gd name="connsiteY6" fmla="*/ 1366228 h 2443968"/>
              <a:gd name="connsiteX7" fmla="*/ 2391270 w 5091720"/>
              <a:gd name="connsiteY7" fmla="*/ 1000917 h 2443968"/>
              <a:gd name="connsiteX8" fmla="*/ 3102360 w 5091720"/>
              <a:gd name="connsiteY8" fmla="*/ 995203 h 2443968"/>
              <a:gd name="connsiteX9" fmla="*/ 3287771 w 5091720"/>
              <a:gd name="connsiteY9" fmla="*/ 690886 h 2443968"/>
              <a:gd name="connsiteX10" fmla="*/ 3808539 w 5091720"/>
              <a:gd name="connsiteY10" fmla="*/ 702396 h 2443968"/>
              <a:gd name="connsiteX11" fmla="*/ 4075511 w 5091720"/>
              <a:gd name="connsiteY11" fmla="*/ 418202 h 2443968"/>
              <a:gd name="connsiteX12" fmla="*/ 4419988 w 5091720"/>
              <a:gd name="connsiteY12" fmla="*/ 418201 h 2443968"/>
              <a:gd name="connsiteX13" fmla="*/ 4676599 w 5091720"/>
              <a:gd name="connsiteY13" fmla="*/ 35448 h 2443968"/>
              <a:gd name="connsiteX14" fmla="*/ 5091720 w 5091720"/>
              <a:gd name="connsiteY14" fmla="*/ 13440 h 2443968"/>
              <a:gd name="connsiteX0" fmla="*/ 0 w 5091720"/>
              <a:gd name="connsiteY0" fmla="*/ 2047792 h 2443968"/>
              <a:gd name="connsiteX1" fmla="*/ 275848 w 5091720"/>
              <a:gd name="connsiteY1" fmla="*/ 1581601 h 2443968"/>
              <a:gd name="connsiteX2" fmla="*/ 760532 w 5091720"/>
              <a:gd name="connsiteY2" fmla="*/ 1576576 h 2443968"/>
              <a:gd name="connsiteX3" fmla="*/ 969734 w 5091720"/>
              <a:gd name="connsiteY3" fmla="*/ 2443968 h 2443968"/>
              <a:gd name="connsiteX4" fmla="*/ 1540631 w 5091720"/>
              <a:gd name="connsiteY4" fmla="*/ 2435356 h 2443968"/>
              <a:gd name="connsiteX5" fmla="*/ 1655553 w 5091720"/>
              <a:gd name="connsiteY5" fmla="*/ 1382738 h 2443968"/>
              <a:gd name="connsiteX6" fmla="*/ 2242933 w 5091720"/>
              <a:gd name="connsiteY6" fmla="*/ 1366228 h 2443968"/>
              <a:gd name="connsiteX7" fmla="*/ 2391270 w 5091720"/>
              <a:gd name="connsiteY7" fmla="*/ 1000917 h 2443968"/>
              <a:gd name="connsiteX8" fmla="*/ 3102360 w 5091720"/>
              <a:gd name="connsiteY8" fmla="*/ 995203 h 2443968"/>
              <a:gd name="connsiteX9" fmla="*/ 3287771 w 5091720"/>
              <a:gd name="connsiteY9" fmla="*/ 690886 h 2443968"/>
              <a:gd name="connsiteX10" fmla="*/ 3808539 w 5091720"/>
              <a:gd name="connsiteY10" fmla="*/ 702396 h 2443968"/>
              <a:gd name="connsiteX11" fmla="*/ 4075511 w 5091720"/>
              <a:gd name="connsiteY11" fmla="*/ 418202 h 2443968"/>
              <a:gd name="connsiteX12" fmla="*/ 4419988 w 5091720"/>
              <a:gd name="connsiteY12" fmla="*/ 418201 h 2443968"/>
              <a:gd name="connsiteX13" fmla="*/ 4676599 w 5091720"/>
              <a:gd name="connsiteY13" fmla="*/ 35448 h 2443968"/>
              <a:gd name="connsiteX14" fmla="*/ 5091720 w 5091720"/>
              <a:gd name="connsiteY14" fmla="*/ 13440 h 2443968"/>
              <a:gd name="connsiteX0" fmla="*/ 0 w 5091720"/>
              <a:gd name="connsiteY0" fmla="*/ 2047792 h 2443968"/>
              <a:gd name="connsiteX1" fmla="*/ 275848 w 5091720"/>
              <a:gd name="connsiteY1" fmla="*/ 1581601 h 2443968"/>
              <a:gd name="connsiteX2" fmla="*/ 760532 w 5091720"/>
              <a:gd name="connsiteY2" fmla="*/ 1576576 h 2443968"/>
              <a:gd name="connsiteX3" fmla="*/ 969734 w 5091720"/>
              <a:gd name="connsiteY3" fmla="*/ 2443968 h 2443968"/>
              <a:gd name="connsiteX4" fmla="*/ 1540631 w 5091720"/>
              <a:gd name="connsiteY4" fmla="*/ 2435356 h 2443968"/>
              <a:gd name="connsiteX5" fmla="*/ 1655553 w 5091720"/>
              <a:gd name="connsiteY5" fmla="*/ 1382738 h 2443968"/>
              <a:gd name="connsiteX6" fmla="*/ 2242933 w 5091720"/>
              <a:gd name="connsiteY6" fmla="*/ 1366228 h 2443968"/>
              <a:gd name="connsiteX7" fmla="*/ 2391270 w 5091720"/>
              <a:gd name="connsiteY7" fmla="*/ 1000917 h 2443968"/>
              <a:gd name="connsiteX8" fmla="*/ 3102360 w 5091720"/>
              <a:gd name="connsiteY8" fmla="*/ 995203 h 2443968"/>
              <a:gd name="connsiteX9" fmla="*/ 3287771 w 5091720"/>
              <a:gd name="connsiteY9" fmla="*/ 690886 h 2443968"/>
              <a:gd name="connsiteX10" fmla="*/ 3808539 w 5091720"/>
              <a:gd name="connsiteY10" fmla="*/ 702396 h 2443968"/>
              <a:gd name="connsiteX11" fmla="*/ 4075511 w 5091720"/>
              <a:gd name="connsiteY11" fmla="*/ 418202 h 2443968"/>
              <a:gd name="connsiteX12" fmla="*/ 4419988 w 5091720"/>
              <a:gd name="connsiteY12" fmla="*/ 418201 h 2443968"/>
              <a:gd name="connsiteX13" fmla="*/ 4676599 w 5091720"/>
              <a:gd name="connsiteY13" fmla="*/ 35448 h 2443968"/>
              <a:gd name="connsiteX14" fmla="*/ 5091720 w 5091720"/>
              <a:gd name="connsiteY14" fmla="*/ 13440 h 2443968"/>
              <a:gd name="connsiteX0" fmla="*/ 0 w 5091720"/>
              <a:gd name="connsiteY0" fmla="*/ 2047792 h 2559742"/>
              <a:gd name="connsiteX1" fmla="*/ 275848 w 5091720"/>
              <a:gd name="connsiteY1" fmla="*/ 1581601 h 2559742"/>
              <a:gd name="connsiteX2" fmla="*/ 760532 w 5091720"/>
              <a:gd name="connsiteY2" fmla="*/ 1576576 h 2559742"/>
              <a:gd name="connsiteX3" fmla="*/ 969734 w 5091720"/>
              <a:gd name="connsiteY3" fmla="*/ 2443968 h 2559742"/>
              <a:gd name="connsiteX4" fmla="*/ 1540631 w 5091720"/>
              <a:gd name="connsiteY4" fmla="*/ 2435356 h 2559742"/>
              <a:gd name="connsiteX5" fmla="*/ 1655553 w 5091720"/>
              <a:gd name="connsiteY5" fmla="*/ 1382738 h 2559742"/>
              <a:gd name="connsiteX6" fmla="*/ 2242933 w 5091720"/>
              <a:gd name="connsiteY6" fmla="*/ 1366228 h 2559742"/>
              <a:gd name="connsiteX7" fmla="*/ 2391270 w 5091720"/>
              <a:gd name="connsiteY7" fmla="*/ 1000917 h 2559742"/>
              <a:gd name="connsiteX8" fmla="*/ 3102360 w 5091720"/>
              <a:gd name="connsiteY8" fmla="*/ 995203 h 2559742"/>
              <a:gd name="connsiteX9" fmla="*/ 3287771 w 5091720"/>
              <a:gd name="connsiteY9" fmla="*/ 690886 h 2559742"/>
              <a:gd name="connsiteX10" fmla="*/ 3808539 w 5091720"/>
              <a:gd name="connsiteY10" fmla="*/ 702396 h 2559742"/>
              <a:gd name="connsiteX11" fmla="*/ 4075511 w 5091720"/>
              <a:gd name="connsiteY11" fmla="*/ 418202 h 2559742"/>
              <a:gd name="connsiteX12" fmla="*/ 4419988 w 5091720"/>
              <a:gd name="connsiteY12" fmla="*/ 418201 h 2559742"/>
              <a:gd name="connsiteX13" fmla="*/ 4676599 w 5091720"/>
              <a:gd name="connsiteY13" fmla="*/ 35448 h 2559742"/>
              <a:gd name="connsiteX14" fmla="*/ 5091720 w 5091720"/>
              <a:gd name="connsiteY14" fmla="*/ 13440 h 2559742"/>
              <a:gd name="connsiteX0" fmla="*/ 0 w 5091720"/>
              <a:gd name="connsiteY0" fmla="*/ 2047792 h 2559742"/>
              <a:gd name="connsiteX1" fmla="*/ 275848 w 5091720"/>
              <a:gd name="connsiteY1" fmla="*/ 1581601 h 2559742"/>
              <a:gd name="connsiteX2" fmla="*/ 760532 w 5091720"/>
              <a:gd name="connsiteY2" fmla="*/ 1576576 h 2559742"/>
              <a:gd name="connsiteX3" fmla="*/ 969734 w 5091720"/>
              <a:gd name="connsiteY3" fmla="*/ 2443968 h 2559742"/>
              <a:gd name="connsiteX4" fmla="*/ 1540631 w 5091720"/>
              <a:gd name="connsiteY4" fmla="*/ 2435356 h 2559742"/>
              <a:gd name="connsiteX5" fmla="*/ 1655553 w 5091720"/>
              <a:gd name="connsiteY5" fmla="*/ 1382738 h 2559742"/>
              <a:gd name="connsiteX6" fmla="*/ 2242933 w 5091720"/>
              <a:gd name="connsiteY6" fmla="*/ 1366228 h 2559742"/>
              <a:gd name="connsiteX7" fmla="*/ 2391270 w 5091720"/>
              <a:gd name="connsiteY7" fmla="*/ 1000917 h 2559742"/>
              <a:gd name="connsiteX8" fmla="*/ 3102360 w 5091720"/>
              <a:gd name="connsiteY8" fmla="*/ 995203 h 2559742"/>
              <a:gd name="connsiteX9" fmla="*/ 3287771 w 5091720"/>
              <a:gd name="connsiteY9" fmla="*/ 690886 h 2559742"/>
              <a:gd name="connsiteX10" fmla="*/ 3808539 w 5091720"/>
              <a:gd name="connsiteY10" fmla="*/ 702396 h 2559742"/>
              <a:gd name="connsiteX11" fmla="*/ 4075511 w 5091720"/>
              <a:gd name="connsiteY11" fmla="*/ 418202 h 2559742"/>
              <a:gd name="connsiteX12" fmla="*/ 4419988 w 5091720"/>
              <a:gd name="connsiteY12" fmla="*/ 418201 h 2559742"/>
              <a:gd name="connsiteX13" fmla="*/ 4676599 w 5091720"/>
              <a:gd name="connsiteY13" fmla="*/ 35448 h 2559742"/>
              <a:gd name="connsiteX14" fmla="*/ 5091720 w 5091720"/>
              <a:gd name="connsiteY14" fmla="*/ 13440 h 2559742"/>
              <a:gd name="connsiteX0" fmla="*/ 0 w 5091720"/>
              <a:gd name="connsiteY0" fmla="*/ 2047792 h 2559742"/>
              <a:gd name="connsiteX1" fmla="*/ 275848 w 5091720"/>
              <a:gd name="connsiteY1" fmla="*/ 1581601 h 2559742"/>
              <a:gd name="connsiteX2" fmla="*/ 760532 w 5091720"/>
              <a:gd name="connsiteY2" fmla="*/ 1576576 h 2559742"/>
              <a:gd name="connsiteX3" fmla="*/ 969734 w 5091720"/>
              <a:gd name="connsiteY3" fmla="*/ 2443968 h 2559742"/>
              <a:gd name="connsiteX4" fmla="*/ 1540631 w 5091720"/>
              <a:gd name="connsiteY4" fmla="*/ 2435356 h 2559742"/>
              <a:gd name="connsiteX5" fmla="*/ 1655553 w 5091720"/>
              <a:gd name="connsiteY5" fmla="*/ 1382738 h 2559742"/>
              <a:gd name="connsiteX6" fmla="*/ 2242933 w 5091720"/>
              <a:gd name="connsiteY6" fmla="*/ 1366228 h 2559742"/>
              <a:gd name="connsiteX7" fmla="*/ 2391270 w 5091720"/>
              <a:gd name="connsiteY7" fmla="*/ 1000917 h 2559742"/>
              <a:gd name="connsiteX8" fmla="*/ 3102360 w 5091720"/>
              <a:gd name="connsiteY8" fmla="*/ 995203 h 2559742"/>
              <a:gd name="connsiteX9" fmla="*/ 3287771 w 5091720"/>
              <a:gd name="connsiteY9" fmla="*/ 690886 h 2559742"/>
              <a:gd name="connsiteX10" fmla="*/ 3808539 w 5091720"/>
              <a:gd name="connsiteY10" fmla="*/ 702396 h 2559742"/>
              <a:gd name="connsiteX11" fmla="*/ 4075511 w 5091720"/>
              <a:gd name="connsiteY11" fmla="*/ 418202 h 2559742"/>
              <a:gd name="connsiteX12" fmla="*/ 4419988 w 5091720"/>
              <a:gd name="connsiteY12" fmla="*/ 418201 h 2559742"/>
              <a:gd name="connsiteX13" fmla="*/ 4676599 w 5091720"/>
              <a:gd name="connsiteY13" fmla="*/ 35448 h 2559742"/>
              <a:gd name="connsiteX14" fmla="*/ 5091720 w 5091720"/>
              <a:gd name="connsiteY14" fmla="*/ 13440 h 2559742"/>
              <a:gd name="connsiteX0" fmla="*/ 0 w 5091720"/>
              <a:gd name="connsiteY0" fmla="*/ 2047792 h 2559742"/>
              <a:gd name="connsiteX1" fmla="*/ 275848 w 5091720"/>
              <a:gd name="connsiteY1" fmla="*/ 1581601 h 2559742"/>
              <a:gd name="connsiteX2" fmla="*/ 760532 w 5091720"/>
              <a:gd name="connsiteY2" fmla="*/ 1576576 h 2559742"/>
              <a:gd name="connsiteX3" fmla="*/ 969734 w 5091720"/>
              <a:gd name="connsiteY3" fmla="*/ 2443968 h 2559742"/>
              <a:gd name="connsiteX4" fmla="*/ 1540631 w 5091720"/>
              <a:gd name="connsiteY4" fmla="*/ 2435356 h 2559742"/>
              <a:gd name="connsiteX5" fmla="*/ 1655553 w 5091720"/>
              <a:gd name="connsiteY5" fmla="*/ 1382738 h 2559742"/>
              <a:gd name="connsiteX6" fmla="*/ 2242933 w 5091720"/>
              <a:gd name="connsiteY6" fmla="*/ 1366228 h 2559742"/>
              <a:gd name="connsiteX7" fmla="*/ 2391270 w 5091720"/>
              <a:gd name="connsiteY7" fmla="*/ 1000917 h 2559742"/>
              <a:gd name="connsiteX8" fmla="*/ 3102360 w 5091720"/>
              <a:gd name="connsiteY8" fmla="*/ 995203 h 2559742"/>
              <a:gd name="connsiteX9" fmla="*/ 3287771 w 5091720"/>
              <a:gd name="connsiteY9" fmla="*/ 690886 h 2559742"/>
              <a:gd name="connsiteX10" fmla="*/ 3808539 w 5091720"/>
              <a:gd name="connsiteY10" fmla="*/ 702396 h 2559742"/>
              <a:gd name="connsiteX11" fmla="*/ 4075511 w 5091720"/>
              <a:gd name="connsiteY11" fmla="*/ 418202 h 2559742"/>
              <a:gd name="connsiteX12" fmla="*/ 4419988 w 5091720"/>
              <a:gd name="connsiteY12" fmla="*/ 418201 h 2559742"/>
              <a:gd name="connsiteX13" fmla="*/ 4676599 w 5091720"/>
              <a:gd name="connsiteY13" fmla="*/ 35448 h 2559742"/>
              <a:gd name="connsiteX14" fmla="*/ 5091720 w 5091720"/>
              <a:gd name="connsiteY14" fmla="*/ 13440 h 2559742"/>
              <a:gd name="connsiteX0" fmla="*/ 0 w 5091720"/>
              <a:gd name="connsiteY0" fmla="*/ 2047792 h 2559742"/>
              <a:gd name="connsiteX1" fmla="*/ 275848 w 5091720"/>
              <a:gd name="connsiteY1" fmla="*/ 1581601 h 2559742"/>
              <a:gd name="connsiteX2" fmla="*/ 760532 w 5091720"/>
              <a:gd name="connsiteY2" fmla="*/ 1576576 h 2559742"/>
              <a:gd name="connsiteX3" fmla="*/ 969734 w 5091720"/>
              <a:gd name="connsiteY3" fmla="*/ 2443968 h 2559742"/>
              <a:gd name="connsiteX4" fmla="*/ 1540631 w 5091720"/>
              <a:gd name="connsiteY4" fmla="*/ 2435356 h 2559742"/>
              <a:gd name="connsiteX5" fmla="*/ 1655553 w 5091720"/>
              <a:gd name="connsiteY5" fmla="*/ 1382738 h 2559742"/>
              <a:gd name="connsiteX6" fmla="*/ 2242933 w 5091720"/>
              <a:gd name="connsiteY6" fmla="*/ 1366228 h 2559742"/>
              <a:gd name="connsiteX7" fmla="*/ 2391270 w 5091720"/>
              <a:gd name="connsiteY7" fmla="*/ 1000917 h 2559742"/>
              <a:gd name="connsiteX8" fmla="*/ 3102360 w 5091720"/>
              <a:gd name="connsiteY8" fmla="*/ 995203 h 2559742"/>
              <a:gd name="connsiteX9" fmla="*/ 3287771 w 5091720"/>
              <a:gd name="connsiteY9" fmla="*/ 690886 h 2559742"/>
              <a:gd name="connsiteX10" fmla="*/ 3808539 w 5091720"/>
              <a:gd name="connsiteY10" fmla="*/ 702396 h 2559742"/>
              <a:gd name="connsiteX11" fmla="*/ 4075511 w 5091720"/>
              <a:gd name="connsiteY11" fmla="*/ 418202 h 2559742"/>
              <a:gd name="connsiteX12" fmla="*/ 4419988 w 5091720"/>
              <a:gd name="connsiteY12" fmla="*/ 418201 h 2559742"/>
              <a:gd name="connsiteX13" fmla="*/ 4676599 w 5091720"/>
              <a:gd name="connsiteY13" fmla="*/ 35448 h 2559742"/>
              <a:gd name="connsiteX14" fmla="*/ 5091720 w 5091720"/>
              <a:gd name="connsiteY14" fmla="*/ 13440 h 2559742"/>
              <a:gd name="connsiteX0" fmla="*/ 0 w 5091720"/>
              <a:gd name="connsiteY0" fmla="*/ 2047792 h 2559742"/>
              <a:gd name="connsiteX1" fmla="*/ 275848 w 5091720"/>
              <a:gd name="connsiteY1" fmla="*/ 1581601 h 2559742"/>
              <a:gd name="connsiteX2" fmla="*/ 760532 w 5091720"/>
              <a:gd name="connsiteY2" fmla="*/ 1576576 h 2559742"/>
              <a:gd name="connsiteX3" fmla="*/ 969734 w 5091720"/>
              <a:gd name="connsiteY3" fmla="*/ 2443968 h 2559742"/>
              <a:gd name="connsiteX4" fmla="*/ 1540631 w 5091720"/>
              <a:gd name="connsiteY4" fmla="*/ 2435356 h 2559742"/>
              <a:gd name="connsiteX5" fmla="*/ 1655553 w 5091720"/>
              <a:gd name="connsiteY5" fmla="*/ 1382738 h 2559742"/>
              <a:gd name="connsiteX6" fmla="*/ 2242933 w 5091720"/>
              <a:gd name="connsiteY6" fmla="*/ 1366228 h 2559742"/>
              <a:gd name="connsiteX7" fmla="*/ 2391270 w 5091720"/>
              <a:gd name="connsiteY7" fmla="*/ 1000917 h 2559742"/>
              <a:gd name="connsiteX8" fmla="*/ 3102360 w 5091720"/>
              <a:gd name="connsiteY8" fmla="*/ 995203 h 2559742"/>
              <a:gd name="connsiteX9" fmla="*/ 3287771 w 5091720"/>
              <a:gd name="connsiteY9" fmla="*/ 690886 h 2559742"/>
              <a:gd name="connsiteX10" fmla="*/ 3808539 w 5091720"/>
              <a:gd name="connsiteY10" fmla="*/ 702396 h 2559742"/>
              <a:gd name="connsiteX11" fmla="*/ 4075511 w 5091720"/>
              <a:gd name="connsiteY11" fmla="*/ 418202 h 2559742"/>
              <a:gd name="connsiteX12" fmla="*/ 4419988 w 5091720"/>
              <a:gd name="connsiteY12" fmla="*/ 418201 h 2559742"/>
              <a:gd name="connsiteX13" fmla="*/ 4676599 w 5091720"/>
              <a:gd name="connsiteY13" fmla="*/ 35448 h 2559742"/>
              <a:gd name="connsiteX14" fmla="*/ 5091720 w 5091720"/>
              <a:gd name="connsiteY14" fmla="*/ 13440 h 2559742"/>
              <a:gd name="connsiteX0" fmla="*/ 0 w 5091720"/>
              <a:gd name="connsiteY0" fmla="*/ 2047792 h 2559742"/>
              <a:gd name="connsiteX1" fmla="*/ 275848 w 5091720"/>
              <a:gd name="connsiteY1" fmla="*/ 1581601 h 2559742"/>
              <a:gd name="connsiteX2" fmla="*/ 760532 w 5091720"/>
              <a:gd name="connsiteY2" fmla="*/ 1576576 h 2559742"/>
              <a:gd name="connsiteX3" fmla="*/ 969734 w 5091720"/>
              <a:gd name="connsiteY3" fmla="*/ 2443968 h 2559742"/>
              <a:gd name="connsiteX4" fmla="*/ 1540631 w 5091720"/>
              <a:gd name="connsiteY4" fmla="*/ 2435356 h 2559742"/>
              <a:gd name="connsiteX5" fmla="*/ 1655553 w 5091720"/>
              <a:gd name="connsiteY5" fmla="*/ 1382738 h 2559742"/>
              <a:gd name="connsiteX6" fmla="*/ 2242933 w 5091720"/>
              <a:gd name="connsiteY6" fmla="*/ 1366228 h 2559742"/>
              <a:gd name="connsiteX7" fmla="*/ 2391270 w 5091720"/>
              <a:gd name="connsiteY7" fmla="*/ 1000917 h 2559742"/>
              <a:gd name="connsiteX8" fmla="*/ 3102360 w 5091720"/>
              <a:gd name="connsiteY8" fmla="*/ 995203 h 2559742"/>
              <a:gd name="connsiteX9" fmla="*/ 3287771 w 5091720"/>
              <a:gd name="connsiteY9" fmla="*/ 690886 h 2559742"/>
              <a:gd name="connsiteX10" fmla="*/ 3808539 w 5091720"/>
              <a:gd name="connsiteY10" fmla="*/ 702396 h 2559742"/>
              <a:gd name="connsiteX11" fmla="*/ 4075511 w 5091720"/>
              <a:gd name="connsiteY11" fmla="*/ 418202 h 2559742"/>
              <a:gd name="connsiteX12" fmla="*/ 4419988 w 5091720"/>
              <a:gd name="connsiteY12" fmla="*/ 418201 h 2559742"/>
              <a:gd name="connsiteX13" fmla="*/ 4676599 w 5091720"/>
              <a:gd name="connsiteY13" fmla="*/ 35448 h 2559742"/>
              <a:gd name="connsiteX14" fmla="*/ 5091720 w 5091720"/>
              <a:gd name="connsiteY14" fmla="*/ 13440 h 2559742"/>
              <a:gd name="connsiteX0" fmla="*/ 0 w 5091720"/>
              <a:gd name="connsiteY0" fmla="*/ 2047792 h 2559742"/>
              <a:gd name="connsiteX1" fmla="*/ 275848 w 5091720"/>
              <a:gd name="connsiteY1" fmla="*/ 1581601 h 2559742"/>
              <a:gd name="connsiteX2" fmla="*/ 760532 w 5091720"/>
              <a:gd name="connsiteY2" fmla="*/ 1576576 h 2559742"/>
              <a:gd name="connsiteX3" fmla="*/ 969734 w 5091720"/>
              <a:gd name="connsiteY3" fmla="*/ 2443968 h 2559742"/>
              <a:gd name="connsiteX4" fmla="*/ 1540631 w 5091720"/>
              <a:gd name="connsiteY4" fmla="*/ 2435356 h 2559742"/>
              <a:gd name="connsiteX5" fmla="*/ 1655553 w 5091720"/>
              <a:gd name="connsiteY5" fmla="*/ 1382738 h 2559742"/>
              <a:gd name="connsiteX6" fmla="*/ 2242933 w 5091720"/>
              <a:gd name="connsiteY6" fmla="*/ 1366228 h 2559742"/>
              <a:gd name="connsiteX7" fmla="*/ 2391270 w 5091720"/>
              <a:gd name="connsiteY7" fmla="*/ 1000917 h 2559742"/>
              <a:gd name="connsiteX8" fmla="*/ 3102360 w 5091720"/>
              <a:gd name="connsiteY8" fmla="*/ 995203 h 2559742"/>
              <a:gd name="connsiteX9" fmla="*/ 3287771 w 5091720"/>
              <a:gd name="connsiteY9" fmla="*/ 690886 h 2559742"/>
              <a:gd name="connsiteX10" fmla="*/ 3808539 w 5091720"/>
              <a:gd name="connsiteY10" fmla="*/ 702396 h 2559742"/>
              <a:gd name="connsiteX11" fmla="*/ 4075511 w 5091720"/>
              <a:gd name="connsiteY11" fmla="*/ 418202 h 2559742"/>
              <a:gd name="connsiteX12" fmla="*/ 4419988 w 5091720"/>
              <a:gd name="connsiteY12" fmla="*/ 418201 h 2559742"/>
              <a:gd name="connsiteX13" fmla="*/ 4676599 w 5091720"/>
              <a:gd name="connsiteY13" fmla="*/ 35448 h 2559742"/>
              <a:gd name="connsiteX14" fmla="*/ 5091720 w 5091720"/>
              <a:gd name="connsiteY14" fmla="*/ 13440 h 2559742"/>
              <a:gd name="connsiteX0" fmla="*/ 0 w 5091720"/>
              <a:gd name="connsiteY0" fmla="*/ 2047792 h 2559742"/>
              <a:gd name="connsiteX1" fmla="*/ 275848 w 5091720"/>
              <a:gd name="connsiteY1" fmla="*/ 1581601 h 2559742"/>
              <a:gd name="connsiteX2" fmla="*/ 760532 w 5091720"/>
              <a:gd name="connsiteY2" fmla="*/ 1576576 h 2559742"/>
              <a:gd name="connsiteX3" fmla="*/ 969734 w 5091720"/>
              <a:gd name="connsiteY3" fmla="*/ 2443968 h 2559742"/>
              <a:gd name="connsiteX4" fmla="*/ 1540631 w 5091720"/>
              <a:gd name="connsiteY4" fmla="*/ 2435356 h 2559742"/>
              <a:gd name="connsiteX5" fmla="*/ 1655553 w 5091720"/>
              <a:gd name="connsiteY5" fmla="*/ 1382738 h 2559742"/>
              <a:gd name="connsiteX6" fmla="*/ 2242933 w 5091720"/>
              <a:gd name="connsiteY6" fmla="*/ 1366228 h 2559742"/>
              <a:gd name="connsiteX7" fmla="*/ 2391270 w 5091720"/>
              <a:gd name="connsiteY7" fmla="*/ 1000917 h 2559742"/>
              <a:gd name="connsiteX8" fmla="*/ 3102360 w 5091720"/>
              <a:gd name="connsiteY8" fmla="*/ 995203 h 2559742"/>
              <a:gd name="connsiteX9" fmla="*/ 3287771 w 5091720"/>
              <a:gd name="connsiteY9" fmla="*/ 690886 h 2559742"/>
              <a:gd name="connsiteX10" fmla="*/ 3808539 w 5091720"/>
              <a:gd name="connsiteY10" fmla="*/ 702396 h 2559742"/>
              <a:gd name="connsiteX11" fmla="*/ 4075511 w 5091720"/>
              <a:gd name="connsiteY11" fmla="*/ 418202 h 2559742"/>
              <a:gd name="connsiteX12" fmla="*/ 4419988 w 5091720"/>
              <a:gd name="connsiteY12" fmla="*/ 418201 h 2559742"/>
              <a:gd name="connsiteX13" fmla="*/ 4676599 w 5091720"/>
              <a:gd name="connsiteY13" fmla="*/ 35448 h 2559742"/>
              <a:gd name="connsiteX14" fmla="*/ 5091720 w 5091720"/>
              <a:gd name="connsiteY14" fmla="*/ 13440 h 2559742"/>
              <a:gd name="connsiteX0" fmla="*/ 0 w 5091720"/>
              <a:gd name="connsiteY0" fmla="*/ 2047792 h 2559742"/>
              <a:gd name="connsiteX1" fmla="*/ 275848 w 5091720"/>
              <a:gd name="connsiteY1" fmla="*/ 1581601 h 2559742"/>
              <a:gd name="connsiteX2" fmla="*/ 760532 w 5091720"/>
              <a:gd name="connsiteY2" fmla="*/ 1576576 h 2559742"/>
              <a:gd name="connsiteX3" fmla="*/ 969734 w 5091720"/>
              <a:gd name="connsiteY3" fmla="*/ 2443968 h 2559742"/>
              <a:gd name="connsiteX4" fmla="*/ 1540631 w 5091720"/>
              <a:gd name="connsiteY4" fmla="*/ 2435356 h 2559742"/>
              <a:gd name="connsiteX5" fmla="*/ 1655553 w 5091720"/>
              <a:gd name="connsiteY5" fmla="*/ 1382738 h 2559742"/>
              <a:gd name="connsiteX6" fmla="*/ 2242933 w 5091720"/>
              <a:gd name="connsiteY6" fmla="*/ 1366228 h 2559742"/>
              <a:gd name="connsiteX7" fmla="*/ 2391270 w 5091720"/>
              <a:gd name="connsiteY7" fmla="*/ 1000917 h 2559742"/>
              <a:gd name="connsiteX8" fmla="*/ 3102360 w 5091720"/>
              <a:gd name="connsiteY8" fmla="*/ 995203 h 2559742"/>
              <a:gd name="connsiteX9" fmla="*/ 3287771 w 5091720"/>
              <a:gd name="connsiteY9" fmla="*/ 690886 h 2559742"/>
              <a:gd name="connsiteX10" fmla="*/ 3808539 w 5091720"/>
              <a:gd name="connsiteY10" fmla="*/ 702396 h 2559742"/>
              <a:gd name="connsiteX11" fmla="*/ 4075511 w 5091720"/>
              <a:gd name="connsiteY11" fmla="*/ 418202 h 2559742"/>
              <a:gd name="connsiteX12" fmla="*/ 4419988 w 5091720"/>
              <a:gd name="connsiteY12" fmla="*/ 418201 h 2559742"/>
              <a:gd name="connsiteX13" fmla="*/ 4676599 w 5091720"/>
              <a:gd name="connsiteY13" fmla="*/ 35448 h 2559742"/>
              <a:gd name="connsiteX14" fmla="*/ 5091720 w 5091720"/>
              <a:gd name="connsiteY14" fmla="*/ 13440 h 2559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091720" h="2559742">
                <a:moveTo>
                  <a:pt x="0" y="2047792"/>
                </a:moveTo>
                <a:cubicBezTo>
                  <a:pt x="91949" y="1892395"/>
                  <a:pt x="149093" y="1660137"/>
                  <a:pt x="275848" y="1581601"/>
                </a:cubicBezTo>
                <a:cubicBezTo>
                  <a:pt x="402603" y="1503065"/>
                  <a:pt x="644884" y="1432848"/>
                  <a:pt x="760532" y="1576576"/>
                </a:cubicBezTo>
                <a:cubicBezTo>
                  <a:pt x="876180" y="1720304"/>
                  <a:pt x="839718" y="2300838"/>
                  <a:pt x="969734" y="2443968"/>
                </a:cubicBezTo>
                <a:cubicBezTo>
                  <a:pt x="1099750" y="2587098"/>
                  <a:pt x="1426328" y="2612228"/>
                  <a:pt x="1540631" y="2435356"/>
                </a:cubicBezTo>
                <a:cubicBezTo>
                  <a:pt x="1654934" y="2258484"/>
                  <a:pt x="1538503" y="1560926"/>
                  <a:pt x="1655553" y="1382738"/>
                </a:cubicBezTo>
                <a:cubicBezTo>
                  <a:pt x="1772603" y="1204550"/>
                  <a:pt x="2120314" y="1429865"/>
                  <a:pt x="2242933" y="1366228"/>
                </a:cubicBezTo>
                <a:cubicBezTo>
                  <a:pt x="2365552" y="1302591"/>
                  <a:pt x="2248032" y="1062754"/>
                  <a:pt x="2391270" y="1000917"/>
                </a:cubicBezTo>
                <a:cubicBezTo>
                  <a:pt x="2534508" y="939080"/>
                  <a:pt x="2952943" y="1046875"/>
                  <a:pt x="3102360" y="995203"/>
                </a:cubicBezTo>
                <a:cubicBezTo>
                  <a:pt x="3251777" y="943531"/>
                  <a:pt x="3170075" y="739687"/>
                  <a:pt x="3287771" y="690886"/>
                </a:cubicBezTo>
                <a:cubicBezTo>
                  <a:pt x="3405467" y="642085"/>
                  <a:pt x="3677249" y="747843"/>
                  <a:pt x="3808539" y="702396"/>
                </a:cubicBezTo>
                <a:cubicBezTo>
                  <a:pt x="3939829" y="656949"/>
                  <a:pt x="3973603" y="465568"/>
                  <a:pt x="4075511" y="418202"/>
                </a:cubicBezTo>
                <a:cubicBezTo>
                  <a:pt x="4177419" y="370836"/>
                  <a:pt x="4319807" y="481993"/>
                  <a:pt x="4419988" y="418201"/>
                </a:cubicBezTo>
                <a:cubicBezTo>
                  <a:pt x="4520169" y="354409"/>
                  <a:pt x="4564644" y="102908"/>
                  <a:pt x="4676599" y="35448"/>
                </a:cubicBezTo>
                <a:cubicBezTo>
                  <a:pt x="4719659" y="-24835"/>
                  <a:pt x="5091356" y="9054"/>
                  <a:pt x="5091720" y="1344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2730469" y="1319764"/>
            <a:ext cx="0" cy="4155774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730469" y="3397650"/>
            <a:ext cx="6025871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716847" y="952582"/>
            <a:ext cx="9091518" cy="5004208"/>
            <a:chOff x="716847" y="952582"/>
            <a:chExt cx="9091518" cy="5004208"/>
          </a:xfrm>
        </p:grpSpPr>
        <p:sp>
          <p:nvSpPr>
            <p:cNvPr id="17" name="TextBox 16"/>
            <p:cNvSpPr txBox="1"/>
            <p:nvPr/>
          </p:nvSpPr>
          <p:spPr>
            <a:xfrm>
              <a:off x="2600854" y="952582"/>
              <a:ext cx="38761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rgbClr val="1E1E1E"/>
                  </a:solidFill>
                </a:rPr>
                <a:t>Developer Happiness</a:t>
              </a:r>
              <a:endParaRPr lang="en-US" sz="2000" b="1" dirty="0">
                <a:solidFill>
                  <a:srgbClr val="1E1E1E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600854" y="5556680"/>
              <a:ext cx="27331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rgbClr val="1E1E1E"/>
                  </a:solidFill>
                </a:rPr>
                <a:t>@#@$#&amp;^&amp;#$</a:t>
              </a:r>
              <a:endParaRPr lang="en-US" sz="2000" b="1" dirty="0">
                <a:solidFill>
                  <a:srgbClr val="1E1E1E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852537" y="3178723"/>
              <a:ext cx="9558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rgbClr val="1E1E1E"/>
                  </a:solidFill>
                </a:rPr>
                <a:t>Time</a:t>
              </a:r>
              <a:endParaRPr lang="en-US" sz="2000" b="1" dirty="0">
                <a:solidFill>
                  <a:srgbClr val="1E1E1E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16847" y="3724253"/>
              <a:ext cx="198365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1E1E1E"/>
                  </a:solidFill>
                </a:rPr>
                <a:t>Start a new CI/CD System</a:t>
              </a:r>
              <a:endParaRPr lang="en-US" sz="1200" dirty="0">
                <a:solidFill>
                  <a:srgbClr val="1E1E1E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88385" y="1333276"/>
              <a:ext cx="122680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>
                  <a:solidFill>
                    <a:srgbClr val="1E1E1E"/>
                  </a:solidFill>
                </a:rPr>
                <a:t>Add UI Acceptance test to part of builds</a:t>
              </a:r>
              <a:endParaRPr lang="en-US" sz="1200" dirty="0">
                <a:solidFill>
                  <a:srgbClr val="1E1E1E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07551" y="2699745"/>
              <a:ext cx="15047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>
                  <a:solidFill>
                    <a:srgbClr val="1E1E1E"/>
                  </a:solidFill>
                </a:rPr>
                <a:t>Switch to </a:t>
              </a:r>
            </a:p>
            <a:p>
              <a:pPr algn="ctr"/>
              <a:r>
                <a:rPr lang="en-US" sz="1200" dirty="0" smtClean="0">
                  <a:solidFill>
                    <a:srgbClr val="1E1E1E"/>
                  </a:solidFill>
                </a:rPr>
                <a:t>GitHub Enterprise</a:t>
              </a:r>
              <a:endParaRPr lang="en-US" sz="1200" dirty="0">
                <a:solidFill>
                  <a:srgbClr val="1E1E1E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644956" y="4432644"/>
              <a:ext cx="14742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1E1E1E"/>
                  </a:solidFill>
                </a:rPr>
                <a:t>Selenium Grid VM</a:t>
              </a:r>
              <a:endParaRPr lang="en-US" sz="1200" dirty="0">
                <a:solidFill>
                  <a:srgbClr val="1E1E1E"/>
                </a:solidFill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4070171" y="2275612"/>
            <a:ext cx="1474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1E1E1E"/>
                </a:solidFill>
              </a:rPr>
              <a:t>Selenium Grid Container with Swarm cluster</a:t>
            </a:r>
            <a:endParaRPr lang="en-US" sz="1200" dirty="0">
              <a:solidFill>
                <a:srgbClr val="1E1E1E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08456" y="1903993"/>
            <a:ext cx="1068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1E1E1E"/>
                </a:solidFill>
              </a:rPr>
              <a:t>Switch to </a:t>
            </a:r>
            <a:br>
              <a:rPr lang="en-US" sz="1200" dirty="0" smtClean="0">
                <a:solidFill>
                  <a:srgbClr val="1E1E1E"/>
                </a:solidFill>
              </a:rPr>
            </a:br>
            <a:r>
              <a:rPr lang="en-US" sz="1200" dirty="0" smtClean="0">
                <a:solidFill>
                  <a:srgbClr val="1E1E1E"/>
                </a:solidFill>
              </a:rPr>
              <a:t>Pull Request</a:t>
            </a:r>
          </a:p>
          <a:p>
            <a:pPr algn="ctr"/>
            <a:r>
              <a:rPr lang="en-US" sz="1200" dirty="0" smtClean="0">
                <a:solidFill>
                  <a:srgbClr val="1E1E1E"/>
                </a:solidFill>
              </a:rPr>
              <a:t>&amp; Build</a:t>
            </a:r>
            <a:endParaRPr lang="en-US" sz="1200" dirty="0">
              <a:solidFill>
                <a:srgbClr val="1E1E1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56928" y="1958950"/>
            <a:ext cx="12268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1E1E1E"/>
                </a:solidFill>
              </a:rPr>
              <a:t>Adopt Container features in build system</a:t>
            </a:r>
            <a:endParaRPr lang="en-US" sz="1200" dirty="0">
              <a:solidFill>
                <a:srgbClr val="1E1E1E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22691" y="1445602"/>
            <a:ext cx="1226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1E1E1E"/>
                </a:solidFill>
              </a:rPr>
              <a:t>Optimize CI build time</a:t>
            </a:r>
            <a:endParaRPr lang="en-US" sz="1200" dirty="0">
              <a:solidFill>
                <a:srgbClr val="1E1E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64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1905000" y="2438400"/>
            <a:ext cx="7772400" cy="1524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#</a:t>
            </a:r>
            <a:r>
              <a:rPr lang="en-US" dirty="0" err="1" smtClean="0"/>
              <a:t>AgodaDevOps</a:t>
            </a:r>
            <a:endParaRPr lang="en-US" dirty="0"/>
          </a:p>
          <a:p>
            <a:r>
              <a:rPr lang="en-US" dirty="0" smtClean="0"/>
              <a:t>#</a:t>
            </a:r>
            <a:r>
              <a:rPr lang="en-US" dirty="0" err="1" smtClean="0"/>
              <a:t>WeAreHiring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6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1828800" y="2266950"/>
            <a:ext cx="7772400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Thanks</a:t>
            </a:r>
            <a:endParaRPr lang="en-US" dirty="0"/>
          </a:p>
        </p:txBody>
      </p:sp>
      <p:sp>
        <p:nvSpPr>
          <p:cNvPr id="36" name="Subtitle 2"/>
          <p:cNvSpPr txBox="1">
            <a:spLocks/>
          </p:cNvSpPr>
          <p:nvPr/>
        </p:nvSpPr>
        <p:spPr>
          <a:xfrm>
            <a:off x="2514600" y="3736975"/>
            <a:ext cx="6400800" cy="1752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i="1" dirty="0" smtClean="0"/>
              <a:t>Questions?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44419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goda Content Page Background">
  <a:themeElements>
    <a:clrScheme name="Custom 1">
      <a:dk1>
        <a:srgbClr val="7F7F7F"/>
      </a:dk1>
      <a:lt1>
        <a:sysClr val="window" lastClr="FFFFFF"/>
      </a:lt1>
      <a:dk2>
        <a:srgbClr val="7F7F7F"/>
      </a:dk2>
      <a:lt2>
        <a:srgbClr val="FFFFFF"/>
      </a:lt2>
      <a:accent1>
        <a:srgbClr val="7F7F7F"/>
      </a:accent1>
      <a:accent2>
        <a:srgbClr val="FF0000"/>
      </a:accent2>
      <a:accent3>
        <a:srgbClr val="1AAC5B"/>
      </a:accent3>
      <a:accent4>
        <a:srgbClr val="9436D4"/>
      </a:accent4>
      <a:accent5>
        <a:srgbClr val="0283FF"/>
      </a:accent5>
      <a:accent6>
        <a:srgbClr val="F79D11"/>
      </a:accent6>
      <a:hlink>
        <a:srgbClr val="0000FF"/>
      </a:hlink>
      <a:folHlink>
        <a:srgbClr val="800080"/>
      </a:folHlink>
    </a:clrScheme>
    <a:fontScheme name="Agoda">
      <a:majorFont>
        <a:latin typeface="Arial Rounded MT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A91A429A-BA66-45CF-8C55-B1E84ABEDB2D}" vid="{4BDD5B6B-FEE7-4A32-9C27-7BF1227A0A27}"/>
    </a:ext>
  </a:extLst>
</a:theme>
</file>

<file path=ppt/theme/theme2.xml><?xml version="1.0" encoding="utf-8"?>
<a:theme xmlns:a="http://schemas.openxmlformats.org/drawingml/2006/main" name="1_Agoda Content Page Background">
  <a:themeElements>
    <a:clrScheme name="Custom 1">
      <a:dk1>
        <a:srgbClr val="7F7F7F"/>
      </a:dk1>
      <a:lt1>
        <a:sysClr val="window" lastClr="FFFFFF"/>
      </a:lt1>
      <a:dk2>
        <a:srgbClr val="7F7F7F"/>
      </a:dk2>
      <a:lt2>
        <a:srgbClr val="FFFFFF"/>
      </a:lt2>
      <a:accent1>
        <a:srgbClr val="7F7F7F"/>
      </a:accent1>
      <a:accent2>
        <a:srgbClr val="FF0000"/>
      </a:accent2>
      <a:accent3>
        <a:srgbClr val="1AAC5B"/>
      </a:accent3>
      <a:accent4>
        <a:srgbClr val="9436D4"/>
      </a:accent4>
      <a:accent5>
        <a:srgbClr val="0283FF"/>
      </a:accent5>
      <a:accent6>
        <a:srgbClr val="F79D11"/>
      </a:accent6>
      <a:hlink>
        <a:srgbClr val="0000FF"/>
      </a:hlink>
      <a:folHlink>
        <a:srgbClr val="800080"/>
      </a:folHlink>
    </a:clrScheme>
    <a:fontScheme name="Agoda">
      <a:majorFont>
        <a:latin typeface="Arial Rounded MT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A91A429A-BA66-45CF-8C55-B1E84ABEDB2D}" vid="{7D738A35-F749-4803-86D5-4A87D80BA48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Agoda Powerpoint Template_16_03</Template>
  <TotalTime>0</TotalTime>
  <Words>923</Words>
  <Application>Microsoft Office PowerPoint</Application>
  <PresentationFormat>Widescreen</PresentationFormat>
  <Paragraphs>398</Paragraphs>
  <Slides>25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 Rounded MT Bold</vt:lpstr>
      <vt:lpstr>Calibri</vt:lpstr>
      <vt:lpstr>Courier New</vt:lpstr>
      <vt:lpstr>Wingdings</vt:lpstr>
      <vt:lpstr>Agoda Content Page Background</vt:lpstr>
      <vt:lpstr>1_Agoda Content Page Background</vt:lpstr>
      <vt:lpstr>think-cell Slide</vt:lpstr>
      <vt:lpstr>Container Technology as Success Factor to CI/CD Environment At Agoda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2016-03-17T07:53:18Z</dcterms:created>
  <dcterms:modified xsi:type="dcterms:W3CDTF">2016-09-16T03:24:28Z</dcterms:modified>
</cp:coreProperties>
</file>